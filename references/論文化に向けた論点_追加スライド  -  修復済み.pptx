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slideLayouts/slideLayout7.xml" ContentType="application/vnd.openxmlformats-officedocument.presentationml.slideLayout+xml"/>
  <Override PartName="/ppt/theme/theme6.xml" ContentType="application/vnd.openxmlformats-officedocument.theme+xml"/>
  <Override PartName="/ppt/slideLayouts/slideLayout8.xml" ContentType="application/vnd.openxmlformats-officedocument.presentationml.slideLayout+xml"/>
  <Override PartName="/ppt/theme/theme7.xml" ContentType="application/vnd.openxmlformats-officedocument.theme+xml"/>
  <Override PartName="/ppt/slideLayouts/slideLayout9.xml" ContentType="application/vnd.openxmlformats-officedocument.presentationml.slideLayout+xml"/>
  <Override PartName="/ppt/theme/theme8.xml" ContentType="application/vnd.openxmlformats-officedocument.theme+xml"/>
  <Override PartName="/ppt/slideLayouts/slideLayout10.xml" ContentType="application/vnd.openxmlformats-officedocument.presentationml.slideLayout+xml"/>
  <Override PartName="/ppt/theme/theme9.xml" ContentType="application/vnd.openxmlformats-officedocument.theme+xml"/>
  <Override PartName="/ppt/slideLayouts/slideLayout11.xml" ContentType="application/vnd.openxmlformats-officedocument.presentationml.slideLayout+xml"/>
  <Override PartName="/ppt/theme/theme10.xml" ContentType="application/vnd.openxmlformats-officedocument.theme+xml"/>
  <Override PartName="/ppt/slideLayouts/slideLayout12.xml" ContentType="application/vnd.openxmlformats-officedocument.presentationml.slideLayout+xml"/>
  <Override PartName="/ppt/theme/theme11.xml" ContentType="application/vnd.openxmlformats-officedocument.theme+xml"/>
  <Override PartName="/ppt/slideLayouts/slideLayout13.xml" ContentType="application/vnd.openxmlformats-officedocument.presentationml.slideLayout+xml"/>
  <Override PartName="/ppt/theme/theme12.xml" ContentType="application/vnd.openxmlformats-officedocument.theme+xml"/>
  <Override PartName="/ppt/slideLayouts/slideLayout14.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 id="2147483666" r:id="rId2"/>
    <p:sldMasterId id="2147483667" r:id="rId3"/>
    <p:sldMasterId id="2147483668" r:id="rId4"/>
    <p:sldMasterId id="2147483669" r:id="rId5"/>
    <p:sldMasterId id="2147483670" r:id="rId6"/>
    <p:sldMasterId id="2147483671" r:id="rId7"/>
    <p:sldMasterId id="2147483672" r:id="rId8"/>
    <p:sldMasterId id="2147483673" r:id="rId9"/>
    <p:sldMasterId id="2147483674" r:id="rId10"/>
    <p:sldMasterId id="2147483675" r:id="rId11"/>
    <p:sldMasterId id="2147483676" r:id="rId12"/>
    <p:sldMasterId id="2147483677" r:id="rId13"/>
  </p:sldMasterIdLst>
  <p:notesMasterIdLst>
    <p:notesMasterId r:id="rId19"/>
  </p:notesMasterIdLst>
  <p:sldIdLst>
    <p:sldId id="299" r:id="rId14"/>
    <p:sldId id="309" r:id="rId15"/>
    <p:sldId id="301" r:id="rId16"/>
    <p:sldId id="310" r:id="rId17"/>
    <p:sldId id="311" r:id="rId18"/>
  </p:sldIdLst>
  <p:sldSz cx="12192000" cy="6858000"/>
  <p:notesSz cx="6858000" cy="9144000"/>
  <p:defaultText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6D50088-B905-EA68-47C0-F1877DB384A5}" name="峻一 福山" initials="峻福" userId="ee74466799a15cd4"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ED5F3"/>
    <a:srgbClr val="FFD2EF"/>
    <a:srgbClr val="FFCAE4"/>
    <a:srgbClr val="000000"/>
    <a:srgbClr val="522B91"/>
    <a:srgbClr val="F8F8F8"/>
    <a:srgbClr val="8EE3C6"/>
    <a:srgbClr val="929292"/>
    <a:srgbClr val="775A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247"/>
    <p:restoredTop sz="95687"/>
  </p:normalViewPr>
  <p:slideViewPr>
    <p:cSldViewPr snapToGrid="0" snapToObjects="1">
      <p:cViewPr>
        <p:scale>
          <a:sx n="110" d="100"/>
          <a:sy n="110" d="100"/>
        </p:scale>
        <p:origin x="328" y="448"/>
      </p:cViewPr>
      <p:guideLst/>
    </p:cSldViewPr>
  </p:slideViewPr>
  <p:notesTextViewPr>
    <p:cViewPr>
      <p:scale>
        <a:sx n="120" d="100"/>
        <a:sy n="120" d="100"/>
      </p:scale>
      <p:origin x="0" y="0"/>
    </p:cViewPr>
  </p:notesTextViewPr>
  <p:notesViewPr>
    <p:cSldViewPr snapToGrid="0" snapToObjects="1">
      <p:cViewPr>
        <p:scale>
          <a:sx n="81" d="100"/>
          <a:sy n="81" d="100"/>
        </p:scale>
        <p:origin x="4024" y="6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microsoft.com/office/2018/10/relationships/authors" Target="authors.xml"/><Relationship Id="rId5" Type="http://schemas.openxmlformats.org/officeDocument/2006/relationships/slideMaster" Target="slideMasters/slideMaster5.xml"/><Relationship Id="rId15" Type="http://schemas.openxmlformats.org/officeDocument/2006/relationships/slide" Target="slides/slide2.xml"/><Relationship Id="rId23"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numCol="1" rtlCol="0"/>
          <a:lstStyle>
            <a:lvl1pPr algn="l">
              <a:defRPr sz="1200"/>
            </a:lvl1pPr>
          </a:lstStyle>
          <a:p>
            <a:endParaRPr kumimoji="1" lang="ja-JP"/>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numCol="1" rtlCol="0"/>
          <a:lstStyle>
            <a:lvl1pPr algn="r">
              <a:defRPr sz="1200"/>
            </a:lvl1pPr>
          </a:lstStyle>
          <a:p>
            <a:fld id="{2A72DCBD-ADAB-3B46-8E6F-A1D13A592BD2}" type="datetimeFigureOut">
              <a:rPr kumimoji="1" lang="en-US" altLang="ja-JP" smtClean="0"/>
              <a:t>5/19/26</a:t>
            </a:fld>
            <a:endParaRPr kumimoji="1" lang="ja-JP"/>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numCol="1" rtlCol="0" anchor="ctr"/>
          <a:lstStyle/>
          <a:p>
            <a:endParaRPr lang="ja-JP"/>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numCol="1" rtlCol="0"/>
          <a:lstStyle/>
          <a:p>
            <a:pPr lvl="0"/>
            <a:r>
              <a:rPr kumimoji="1" lang="ja-JP"/>
              <a:t>マスター テキストの書式設定</a:t>
            </a:r>
          </a:p>
          <a:p>
            <a:pPr lvl="1"/>
            <a:r>
              <a:rPr kumimoji="1" lang="ja-JP"/>
              <a:t>第 </a:t>
            </a:r>
            <a:r>
              <a:rPr kumimoji="1" lang="en-US" altLang="ja-JP"/>
              <a:t>2 </a:t>
            </a:r>
            <a:r>
              <a:rPr kumimoji="1" lang="ja-JP"/>
              <a:t>レベル</a:t>
            </a:r>
          </a:p>
          <a:p>
            <a:pPr lvl="2"/>
            <a:r>
              <a:rPr kumimoji="1" lang="ja-JP"/>
              <a:t>第 </a:t>
            </a:r>
            <a:r>
              <a:rPr kumimoji="1" lang="en-US" altLang="ja-JP"/>
              <a:t>3 </a:t>
            </a:r>
            <a:r>
              <a:rPr kumimoji="1" lang="ja-JP"/>
              <a:t>レベル</a:t>
            </a:r>
          </a:p>
          <a:p>
            <a:pPr lvl="3"/>
            <a:r>
              <a:rPr kumimoji="1" lang="ja-JP"/>
              <a:t>第 </a:t>
            </a:r>
            <a:r>
              <a:rPr kumimoji="1" lang="en-US" altLang="ja-JP"/>
              <a:t>4 </a:t>
            </a:r>
            <a:r>
              <a:rPr kumimoji="1" lang="ja-JP"/>
              <a:t>レベル</a:t>
            </a:r>
          </a:p>
          <a:p>
            <a:pPr lvl="4"/>
            <a:r>
              <a:rPr kumimoji="1" lang="ja-JP"/>
              <a:t>第 </a:t>
            </a:r>
            <a:r>
              <a:rPr kumimoji="1" lang="en-US" altLang="ja-JP"/>
              <a:t>5 </a:t>
            </a:r>
            <a:r>
              <a:rPr kumimoji="1" lang="ja-JP"/>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numCol="1" rtlCol="0" anchor="b"/>
          <a:lstStyle>
            <a:lvl1pPr algn="l">
              <a:defRPr sz="1200"/>
            </a:lvl1pPr>
          </a:lstStyle>
          <a:p>
            <a:endParaRPr kumimoji="1" lang="ja-JP"/>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numCol="1" rtlCol="0" anchor="b"/>
          <a:lstStyle>
            <a:lvl1pPr algn="r">
              <a:defRPr sz="1200"/>
            </a:lvl1pPr>
          </a:lstStyle>
          <a:p>
            <a:fld id="{F03C15A9-C661-F846-A1FF-1D7BEB70CD99}" type="slidenum">
              <a:rPr kumimoji="1" lang="en-US" altLang="ja-JP" smtClean="0"/>
              <a:t>‹#›</a:t>
            </a:fld>
            <a:endParaRPr kumimoji="1" lang="ja-JP"/>
          </a:p>
        </p:txBody>
      </p:sp>
    </p:spTree>
    <p:extLst>
      <p:ext uri="{BB962C8B-B14F-4D97-AF65-F5344CB8AC3E}">
        <p14:creationId xmlns:p14="http://schemas.microsoft.com/office/powerpoint/2010/main" val="380875188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表紙［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2D1433-AE41-6C41-8294-1109C180B81E}"/>
              </a:ext>
            </a:extLst>
          </p:cNvPr>
          <p:cNvSpPr>
            <a:spLocks noGrp="1"/>
          </p:cNvSpPr>
          <p:nvPr>
            <p:ph type="ctrTitle"/>
          </p:nvPr>
        </p:nvSpPr>
        <p:spPr>
          <a:xfrm>
            <a:off x="1524000" y="1122363"/>
            <a:ext cx="9144000" cy="2387600"/>
          </a:xfrm>
          <a:prstGeom prst="rect">
            <a:avLst/>
          </a:prstGeom>
        </p:spPr>
        <p:txBody>
          <a:bodyPr numCol="1" anchor="b">
            <a:normAutofit/>
          </a:bodyPr>
          <a:lstStyle>
            <a:lvl1pPr algn="ctr">
              <a:defRPr sz="3200"/>
            </a:lvl1pPr>
          </a:lstStyle>
          <a:p>
            <a:r>
              <a:rPr kumimoji="1" lang="ja-JP"/>
              <a:t>マスター タイトルの書式設定</a:t>
            </a:r>
          </a:p>
        </p:txBody>
      </p:sp>
      <p:sp>
        <p:nvSpPr>
          <p:cNvPr id="3" name="字幕 2">
            <a:extLst>
              <a:ext uri="{FF2B5EF4-FFF2-40B4-BE49-F238E27FC236}">
                <a16:creationId xmlns:a16="http://schemas.microsoft.com/office/drawing/2014/main" id="{151F499F-DD62-1C4B-8590-0A9C7B868AD6}"/>
              </a:ext>
            </a:extLst>
          </p:cNvPr>
          <p:cNvSpPr>
            <a:spLocks noGrp="1"/>
          </p:cNvSpPr>
          <p:nvPr>
            <p:ph type="subTitle" idx="1"/>
          </p:nvPr>
        </p:nvSpPr>
        <p:spPr>
          <a:xfrm>
            <a:off x="1524000" y="3602038"/>
            <a:ext cx="9144000" cy="1655762"/>
          </a:xfrm>
          <a:prstGeom prst="rect">
            <a:avLst/>
          </a:prstGeom>
        </p:spPr>
        <p:txBody>
          <a:bodyPr numCol="1">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Tree>
    <p:extLst>
      <p:ext uri="{BB962C8B-B14F-4D97-AF65-F5344CB8AC3E}">
        <p14:creationId xmlns:p14="http://schemas.microsoft.com/office/powerpoint/2010/main" val="110203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4B7C800-F68C-0D46-ACF5-EF5173847616}"/>
              </a:ext>
            </a:extLst>
          </p:cNvPr>
          <p:cNvSpPr/>
          <p:nvPr userDrawn="1"/>
        </p:nvSpPr>
        <p:spPr>
          <a:xfrm>
            <a:off x="4272000" y="0"/>
            <a:ext cx="792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sz="1800">
              <a:solidFill>
                <a:schemeClr val="bg1"/>
              </a:solidFill>
            </a:endParaRPr>
          </a:p>
        </p:txBody>
      </p:sp>
      <p:sp>
        <p:nvSpPr>
          <p:cNvPr id="5" name="タイトル 1">
            <a:extLst>
              <a:ext uri="{FF2B5EF4-FFF2-40B4-BE49-F238E27FC236}">
                <a16:creationId xmlns:a16="http://schemas.microsoft.com/office/drawing/2014/main" id="{9F62AD49-DABB-174B-82CF-2AA20402140A}"/>
              </a:ext>
            </a:extLst>
          </p:cNvPr>
          <p:cNvSpPr>
            <a:spLocks noGrp="1"/>
          </p:cNvSpPr>
          <p:nvPr>
            <p:ph type="title"/>
          </p:nvPr>
        </p:nvSpPr>
        <p:spPr>
          <a:xfrm>
            <a:off x="5220000" y="1080000"/>
            <a:ext cx="5940000" cy="1080000"/>
          </a:xfrm>
          <a:prstGeom prst="rect">
            <a:avLst/>
          </a:prstGeom>
        </p:spPr>
        <p:txBody>
          <a:bodyPr lIns="0" tIns="0" rIns="0" bIns="0" numCol="1" anchor="b" anchorCtr="0">
            <a:normAutofit/>
          </a:bodyPr>
          <a:lstStyle>
            <a:lvl1pPr algn="l">
              <a:lnSpc>
                <a:spcPct val="100000"/>
              </a:lnSpc>
              <a:defRPr sz="2400">
                <a:solidFill>
                  <a:schemeClr val="tx2"/>
                </a:solidFill>
              </a:defRPr>
            </a:lvl1pPr>
          </a:lstStyle>
          <a:p>
            <a:r>
              <a:rPr kumimoji="1" lang="ja-JP"/>
              <a:t>マスター タイトルの書式設定</a:t>
            </a:r>
          </a:p>
        </p:txBody>
      </p:sp>
      <p:sp>
        <p:nvSpPr>
          <p:cNvPr id="6" name="コンテンツ プレースホルダー 2">
            <a:extLst>
              <a:ext uri="{FF2B5EF4-FFF2-40B4-BE49-F238E27FC236}">
                <a16:creationId xmlns:a16="http://schemas.microsoft.com/office/drawing/2014/main" id="{D5D15FD3-CD0A-F841-A6DA-E00A46D306C7}"/>
              </a:ext>
            </a:extLst>
          </p:cNvPr>
          <p:cNvSpPr>
            <a:spLocks noGrp="1"/>
          </p:cNvSpPr>
          <p:nvPr>
            <p:ph idx="1"/>
          </p:nvPr>
        </p:nvSpPr>
        <p:spPr>
          <a:xfrm>
            <a:off x="5220000" y="2520000"/>
            <a:ext cx="5940000" cy="3240000"/>
          </a:xfrm>
          <a:prstGeom prst="rect">
            <a:avLst/>
          </a:prstGeom>
        </p:spPr>
        <p:txBody>
          <a:bodyPr lIns="0" tIns="0" rIns="0" bIns="0" numCol="1" anchor="t" anchorCtr="0"/>
          <a:lstStyle>
            <a:lvl1pPr marL="0" indent="0" algn="l">
              <a:lnSpc>
                <a:spcPct val="100000"/>
              </a:lnSpc>
              <a:buNone/>
              <a:defRPr>
                <a:solidFill>
                  <a:schemeClr val="tx1"/>
                </a:solidFill>
              </a:defRPr>
            </a:lvl1pPr>
            <a:lvl2pPr marL="457200" indent="0" algn="l">
              <a:lnSpc>
                <a:spcPct val="100000"/>
              </a:lnSpc>
              <a:buNone/>
              <a:defRPr>
                <a:solidFill>
                  <a:schemeClr val="tx1"/>
                </a:solidFill>
              </a:defRPr>
            </a:lvl2pPr>
            <a:lvl3pPr algn="l">
              <a:lnSpc>
                <a:spcPct val="100000"/>
              </a:lnSpc>
              <a:defRPr>
                <a:solidFill>
                  <a:schemeClr val="tx1"/>
                </a:solidFill>
              </a:defRPr>
            </a:lvl3pPr>
            <a:lvl4pPr algn="l">
              <a:lnSpc>
                <a:spcPct val="100000"/>
              </a:lnSpc>
              <a:defRPr>
                <a:solidFill>
                  <a:schemeClr val="tx1"/>
                </a:solidFill>
              </a:defRPr>
            </a:lvl4pPr>
            <a:lvl5pPr algn="l">
              <a:lnSpc>
                <a:spcPct val="100000"/>
              </a:lnSpc>
              <a:defRPr>
                <a:solidFill>
                  <a:schemeClr val="tx1"/>
                </a:solidFill>
              </a:defRPr>
            </a:lvl5pPr>
          </a:lstStyle>
          <a:p>
            <a:pPr lvl="0"/>
            <a:r>
              <a:rPr kumimoji="1" lang="ja-JP"/>
              <a:t>マスター テキストの書式設定</a:t>
            </a:r>
          </a:p>
        </p:txBody>
      </p:sp>
    </p:spTree>
    <p:extLst>
      <p:ext uri="{BB962C8B-B14F-4D97-AF65-F5344CB8AC3E}">
        <p14:creationId xmlns:p14="http://schemas.microsoft.com/office/powerpoint/2010/main" val="4097808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スタイル(1)［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800C3D-FE0C-D040-AE55-73A9DC7EC86C}"/>
              </a:ext>
            </a:extLst>
          </p:cNvPr>
          <p:cNvSpPr>
            <a:spLocks noGrp="1"/>
          </p:cNvSpPr>
          <p:nvPr>
            <p:ph type="ctrTitle"/>
          </p:nvPr>
        </p:nvSpPr>
        <p:spPr>
          <a:xfrm>
            <a:off x="360000" y="0"/>
            <a:ext cx="5220000" cy="720000"/>
          </a:xfrm>
          <a:prstGeom prst="rect">
            <a:avLst/>
          </a:prstGeom>
        </p:spPr>
        <p:txBody>
          <a:bodyPr lIns="0" tIns="0" rIns="0" bIns="0" numCol="1" anchor="ctr" anchorCtr="0"/>
          <a:lstStyle>
            <a:lvl1pPr algn="l">
              <a:defRPr sz="2800">
                <a:solidFill>
                  <a:schemeClr val="bg1"/>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D1E26BEE-43C8-6F46-A60C-8878F6A21FA6}"/>
              </a:ext>
            </a:extLst>
          </p:cNvPr>
          <p:cNvSpPr>
            <a:spLocks noGrp="1"/>
          </p:cNvSpPr>
          <p:nvPr>
            <p:ph type="subTitle" idx="1"/>
          </p:nvPr>
        </p:nvSpPr>
        <p:spPr>
          <a:xfrm>
            <a:off x="5580000" y="0"/>
            <a:ext cx="5220000" cy="720000"/>
          </a:xfrm>
          <a:prstGeom prst="rect">
            <a:avLst/>
          </a:prstGeom>
        </p:spPr>
        <p:txBody>
          <a:bodyPr lIns="0" tIns="72000" rIns="0" bIns="0" numCol="1" anchor="ctr" anchorCtr="0"/>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12" name="コンテンツ プレースホルダー 11">
            <a:extLst>
              <a:ext uri="{FF2B5EF4-FFF2-40B4-BE49-F238E27FC236}">
                <a16:creationId xmlns:a16="http://schemas.microsoft.com/office/drawing/2014/main" id="{9E802FF1-EEEB-8242-88CA-B941A43AC0B3}"/>
              </a:ext>
            </a:extLst>
          </p:cNvPr>
          <p:cNvSpPr>
            <a:spLocks noGrp="1"/>
          </p:cNvSpPr>
          <p:nvPr>
            <p:ph sz="quarter" idx="10"/>
          </p:nvPr>
        </p:nvSpPr>
        <p:spPr>
          <a:xfrm>
            <a:off x="720000" y="1440000"/>
            <a:ext cx="5220000" cy="4680000"/>
          </a:xfrm>
          <a:prstGeom prst="rect">
            <a:avLst/>
          </a:prstGeom>
        </p:spPr>
        <p:txBody>
          <a:bodyPr numCol="1"/>
          <a:lstStyle>
            <a:lvl1pPr marL="0" indent="0">
              <a:buNone/>
              <a:defRPr sz="2000">
                <a:solidFill>
                  <a:schemeClr val="tx1"/>
                </a:solidFill>
              </a:defRPr>
            </a:lvl1pPr>
          </a:lstStyle>
          <a:p>
            <a:pPr lvl="0"/>
            <a:endParaRPr kumimoji="1" lang="ja-JP"/>
          </a:p>
        </p:txBody>
      </p:sp>
      <p:sp>
        <p:nvSpPr>
          <p:cNvPr id="14" name="テキスト プレースホルダー 13">
            <a:extLst>
              <a:ext uri="{FF2B5EF4-FFF2-40B4-BE49-F238E27FC236}">
                <a16:creationId xmlns:a16="http://schemas.microsoft.com/office/drawing/2014/main" id="{D5B5298D-AA4E-8847-B227-C5217582449B}"/>
              </a:ext>
            </a:extLst>
          </p:cNvPr>
          <p:cNvSpPr>
            <a:spLocks noGrp="1"/>
          </p:cNvSpPr>
          <p:nvPr>
            <p:ph type="body" sz="quarter" idx="11"/>
          </p:nvPr>
        </p:nvSpPr>
        <p:spPr>
          <a:xfrm>
            <a:off x="6300000" y="1440000"/>
            <a:ext cx="5220000" cy="360000"/>
          </a:xfrm>
          <a:prstGeom prst="rect">
            <a:avLst/>
          </a:prstGeom>
        </p:spPr>
        <p:txBody>
          <a:bodyPr lIns="0" tIns="0" rIns="0" bIns="0" numCol="1" anchor="t" anchorCtr="0"/>
          <a:lstStyle>
            <a:lvl1pPr marL="0" indent="0">
              <a:lnSpc>
                <a:spcPct val="100000"/>
              </a:lnSpc>
              <a:buNone/>
              <a:defRPr sz="2200">
                <a:solidFill>
                  <a:schemeClr val="tx2"/>
                </a:solidFill>
              </a:defRPr>
            </a:lvl1pPr>
            <a:lvl2pPr marL="457200" indent="0">
              <a:buNone/>
              <a:defRPr/>
            </a:lvl2pPr>
          </a:lstStyle>
          <a:p>
            <a:pPr lvl="0"/>
            <a:r>
              <a:rPr kumimoji="1" lang="ja-JP"/>
              <a:t>マスター テキストの書式設定</a:t>
            </a:r>
          </a:p>
        </p:txBody>
      </p:sp>
      <p:sp>
        <p:nvSpPr>
          <p:cNvPr id="16" name="テキスト プレースホルダー 15">
            <a:extLst>
              <a:ext uri="{FF2B5EF4-FFF2-40B4-BE49-F238E27FC236}">
                <a16:creationId xmlns:a16="http://schemas.microsoft.com/office/drawing/2014/main" id="{41B1E319-4499-EF49-9BAA-9E652E0286BF}"/>
              </a:ext>
            </a:extLst>
          </p:cNvPr>
          <p:cNvSpPr>
            <a:spLocks noGrp="1"/>
          </p:cNvSpPr>
          <p:nvPr>
            <p:ph type="body" sz="quarter" idx="12"/>
          </p:nvPr>
        </p:nvSpPr>
        <p:spPr>
          <a:xfrm>
            <a:off x="6300000" y="1800000"/>
            <a:ext cx="5220000" cy="1800000"/>
          </a:xfrm>
          <a:prstGeom prst="rect">
            <a:avLst/>
          </a:prstGeom>
        </p:spPr>
        <p:txBody>
          <a:bodyPr lIns="0" tIns="0" rIns="0" bIns="0" numCol="1"/>
          <a:lstStyle>
            <a:lvl1pPr marL="0" indent="0">
              <a:lnSpc>
                <a:spcPct val="150000"/>
              </a:lnSpc>
              <a:buNone/>
              <a:defRPr sz="2000">
                <a:solidFill>
                  <a:schemeClr val="tx1"/>
                </a:solidFill>
              </a:defRPr>
            </a:lvl1pPr>
            <a:lvl2pPr marL="457200" indent="0">
              <a:buNone/>
              <a:defRPr/>
            </a:lvl2pPr>
          </a:lstStyle>
          <a:p>
            <a:pPr lvl="0"/>
            <a:r>
              <a:rPr kumimoji="1" lang="ja-JP"/>
              <a:t>マスター テキストの書式設定</a:t>
            </a:r>
            <a:endParaRPr kumimoji="1" lang="en-US" altLang="ja-JP" dirty="0"/>
          </a:p>
        </p:txBody>
      </p:sp>
      <p:sp>
        <p:nvSpPr>
          <p:cNvPr id="18" name="テキスト プレースホルダー 17">
            <a:extLst>
              <a:ext uri="{FF2B5EF4-FFF2-40B4-BE49-F238E27FC236}">
                <a16:creationId xmlns:a16="http://schemas.microsoft.com/office/drawing/2014/main" id="{EBD760B3-1A13-7C48-95E9-6A622A71A120}"/>
              </a:ext>
            </a:extLst>
          </p:cNvPr>
          <p:cNvSpPr>
            <a:spLocks noGrp="1"/>
          </p:cNvSpPr>
          <p:nvPr>
            <p:ph type="body" sz="quarter" idx="13"/>
          </p:nvPr>
        </p:nvSpPr>
        <p:spPr>
          <a:xfrm>
            <a:off x="6300000" y="3960000"/>
            <a:ext cx="5220000" cy="360000"/>
          </a:xfrm>
          <a:prstGeom prst="rect">
            <a:avLst/>
          </a:prstGeom>
        </p:spPr>
        <p:txBody>
          <a:bodyPr lIns="0" tIns="0" rIns="0" bIns="0" numCol="1" anchor="t" anchorCtr="0"/>
          <a:lstStyle>
            <a:lvl1pPr marL="0" indent="0">
              <a:lnSpc>
                <a:spcPct val="100000"/>
              </a:lnSpc>
              <a:buNone/>
              <a:defRPr sz="2200">
                <a:solidFill>
                  <a:schemeClr val="tx2"/>
                </a:solidFill>
              </a:defRPr>
            </a:lvl1pPr>
          </a:lstStyle>
          <a:p>
            <a:pPr lvl="0"/>
            <a:r>
              <a:rPr kumimoji="1" lang="ja-JP"/>
              <a:t>マスター テキストの書式設定</a:t>
            </a:r>
          </a:p>
        </p:txBody>
      </p:sp>
      <p:sp>
        <p:nvSpPr>
          <p:cNvPr id="20" name="テキスト プレースホルダー 19">
            <a:extLst>
              <a:ext uri="{FF2B5EF4-FFF2-40B4-BE49-F238E27FC236}">
                <a16:creationId xmlns:a16="http://schemas.microsoft.com/office/drawing/2014/main" id="{0A5FC991-CBDD-9645-8CE9-68B5C8A9370C}"/>
              </a:ext>
            </a:extLst>
          </p:cNvPr>
          <p:cNvSpPr>
            <a:spLocks noGrp="1"/>
          </p:cNvSpPr>
          <p:nvPr>
            <p:ph type="body" sz="quarter" idx="14"/>
          </p:nvPr>
        </p:nvSpPr>
        <p:spPr>
          <a:xfrm>
            <a:off x="6300000" y="4320000"/>
            <a:ext cx="5220000" cy="1800000"/>
          </a:xfrm>
          <a:prstGeom prst="rect">
            <a:avLst/>
          </a:prstGeom>
        </p:spPr>
        <p:txBody>
          <a:bodyPr lIns="0" tIns="0" rIns="0" bIns="0" numCol="1"/>
          <a:lstStyle>
            <a:lvl1pPr marL="0" indent="0">
              <a:lnSpc>
                <a:spcPct val="150000"/>
              </a:lnSpc>
              <a:buNone/>
              <a:defRPr sz="2000">
                <a:solidFill>
                  <a:schemeClr val="tx1"/>
                </a:solidFill>
              </a:defRPr>
            </a:lvl1pPr>
          </a:lstStyle>
          <a:p>
            <a:pPr lvl="0"/>
            <a:r>
              <a:rPr kumimoji="1" lang="ja-JP"/>
              <a:t>マスター テキストの書式設定</a:t>
            </a:r>
          </a:p>
        </p:txBody>
      </p:sp>
    </p:spTree>
    <p:extLst>
      <p:ext uri="{BB962C8B-B14F-4D97-AF65-F5344CB8AC3E}">
        <p14:creationId xmlns:p14="http://schemas.microsoft.com/office/powerpoint/2010/main" val="55484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スタイル(1)［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800C3D-FE0C-D040-AE55-73A9DC7EC86C}"/>
              </a:ext>
            </a:extLst>
          </p:cNvPr>
          <p:cNvSpPr>
            <a:spLocks noGrp="1"/>
          </p:cNvSpPr>
          <p:nvPr>
            <p:ph type="ctrTitle"/>
          </p:nvPr>
        </p:nvSpPr>
        <p:spPr>
          <a:xfrm>
            <a:off x="360000" y="0"/>
            <a:ext cx="5220000" cy="720000"/>
          </a:xfrm>
          <a:prstGeom prst="rect">
            <a:avLst/>
          </a:prstGeom>
        </p:spPr>
        <p:txBody>
          <a:bodyPr lIns="0" tIns="0" rIns="0" bIns="0" numCol="1" anchor="ctr" anchorCtr="0"/>
          <a:lstStyle>
            <a:lvl1pPr algn="l">
              <a:defRPr sz="28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D1E26BEE-43C8-6F46-A60C-8878F6A21FA6}"/>
              </a:ext>
            </a:extLst>
          </p:cNvPr>
          <p:cNvSpPr>
            <a:spLocks noGrp="1"/>
          </p:cNvSpPr>
          <p:nvPr>
            <p:ph type="subTitle" idx="1"/>
          </p:nvPr>
        </p:nvSpPr>
        <p:spPr>
          <a:xfrm>
            <a:off x="5580000" y="0"/>
            <a:ext cx="5220000" cy="720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4" name="コンテンツ プレースホルダー 11">
            <a:extLst>
              <a:ext uri="{FF2B5EF4-FFF2-40B4-BE49-F238E27FC236}">
                <a16:creationId xmlns:a16="http://schemas.microsoft.com/office/drawing/2014/main" id="{BA6E832E-878C-5C43-8DDB-30113E2C53B7}"/>
              </a:ext>
            </a:extLst>
          </p:cNvPr>
          <p:cNvSpPr>
            <a:spLocks noGrp="1"/>
          </p:cNvSpPr>
          <p:nvPr>
            <p:ph sz="quarter" idx="10"/>
          </p:nvPr>
        </p:nvSpPr>
        <p:spPr>
          <a:xfrm>
            <a:off x="720000" y="1440000"/>
            <a:ext cx="5220000" cy="4680000"/>
          </a:xfrm>
          <a:prstGeom prst="rect">
            <a:avLst/>
          </a:prstGeom>
        </p:spPr>
        <p:txBody>
          <a:bodyPr numCol="1"/>
          <a:lstStyle>
            <a:lvl1pPr marL="0" indent="0">
              <a:buNone/>
              <a:defRPr sz="2000">
                <a:solidFill>
                  <a:schemeClr val="tx1"/>
                </a:solidFill>
              </a:defRPr>
            </a:lvl1pPr>
          </a:lstStyle>
          <a:p>
            <a:pPr lvl="0"/>
            <a:endParaRPr kumimoji="1" lang="ja-JP"/>
          </a:p>
        </p:txBody>
      </p:sp>
      <p:sp>
        <p:nvSpPr>
          <p:cNvPr id="5" name="テキスト プレースホルダー 13">
            <a:extLst>
              <a:ext uri="{FF2B5EF4-FFF2-40B4-BE49-F238E27FC236}">
                <a16:creationId xmlns:a16="http://schemas.microsoft.com/office/drawing/2014/main" id="{C1778CC5-0E2F-264B-83EF-DA2DDF3EB0B7}"/>
              </a:ext>
            </a:extLst>
          </p:cNvPr>
          <p:cNvSpPr>
            <a:spLocks noGrp="1"/>
          </p:cNvSpPr>
          <p:nvPr>
            <p:ph type="body" sz="quarter" idx="11"/>
          </p:nvPr>
        </p:nvSpPr>
        <p:spPr>
          <a:xfrm>
            <a:off x="6300000" y="1440000"/>
            <a:ext cx="5220000" cy="360000"/>
          </a:xfrm>
          <a:prstGeom prst="rect">
            <a:avLst/>
          </a:prstGeom>
        </p:spPr>
        <p:txBody>
          <a:bodyPr lIns="0" tIns="0" rIns="0" bIns="0" numCol="1" anchor="t" anchorCtr="0"/>
          <a:lstStyle>
            <a:lvl1pPr marL="0" indent="0">
              <a:lnSpc>
                <a:spcPct val="100000"/>
              </a:lnSpc>
              <a:buNone/>
              <a:defRPr sz="2200">
                <a:solidFill>
                  <a:schemeClr val="tx2"/>
                </a:solidFill>
              </a:defRPr>
            </a:lvl1pPr>
            <a:lvl2pPr marL="457200" indent="0">
              <a:buNone/>
              <a:defRPr/>
            </a:lvl2pPr>
          </a:lstStyle>
          <a:p>
            <a:pPr lvl="0"/>
            <a:r>
              <a:rPr kumimoji="1" lang="ja-JP"/>
              <a:t>マスター テキストの書式設定</a:t>
            </a:r>
          </a:p>
        </p:txBody>
      </p:sp>
      <p:sp>
        <p:nvSpPr>
          <p:cNvPr id="6" name="テキスト プレースホルダー 15">
            <a:extLst>
              <a:ext uri="{FF2B5EF4-FFF2-40B4-BE49-F238E27FC236}">
                <a16:creationId xmlns:a16="http://schemas.microsoft.com/office/drawing/2014/main" id="{1157CFB9-491F-AF43-AB29-F4B58686011D}"/>
              </a:ext>
            </a:extLst>
          </p:cNvPr>
          <p:cNvSpPr>
            <a:spLocks noGrp="1"/>
          </p:cNvSpPr>
          <p:nvPr>
            <p:ph type="body" sz="quarter" idx="12"/>
          </p:nvPr>
        </p:nvSpPr>
        <p:spPr>
          <a:xfrm>
            <a:off x="6300000" y="1800000"/>
            <a:ext cx="5220000" cy="1800000"/>
          </a:xfrm>
          <a:prstGeom prst="rect">
            <a:avLst/>
          </a:prstGeom>
        </p:spPr>
        <p:txBody>
          <a:bodyPr lIns="0" tIns="0" rIns="0" bIns="0" numCol="1"/>
          <a:lstStyle>
            <a:lvl1pPr marL="0" indent="0">
              <a:lnSpc>
                <a:spcPct val="150000"/>
              </a:lnSpc>
              <a:buNone/>
              <a:defRPr sz="2000">
                <a:solidFill>
                  <a:schemeClr val="tx1"/>
                </a:solidFill>
              </a:defRPr>
            </a:lvl1pPr>
            <a:lvl2pPr marL="457200" indent="0">
              <a:buNone/>
              <a:defRPr/>
            </a:lvl2pPr>
          </a:lstStyle>
          <a:p>
            <a:pPr lvl="0"/>
            <a:r>
              <a:rPr kumimoji="1" lang="ja-JP"/>
              <a:t>マスター テキストの書式設定</a:t>
            </a:r>
            <a:endParaRPr kumimoji="1" lang="en-US" altLang="ja-JP" dirty="0"/>
          </a:p>
        </p:txBody>
      </p:sp>
      <p:sp>
        <p:nvSpPr>
          <p:cNvPr id="7" name="テキスト プレースホルダー 17">
            <a:extLst>
              <a:ext uri="{FF2B5EF4-FFF2-40B4-BE49-F238E27FC236}">
                <a16:creationId xmlns:a16="http://schemas.microsoft.com/office/drawing/2014/main" id="{80E14B84-D491-934E-ABBA-A3C6BC2AECA9}"/>
              </a:ext>
            </a:extLst>
          </p:cNvPr>
          <p:cNvSpPr>
            <a:spLocks noGrp="1"/>
          </p:cNvSpPr>
          <p:nvPr>
            <p:ph type="body" sz="quarter" idx="13"/>
          </p:nvPr>
        </p:nvSpPr>
        <p:spPr>
          <a:xfrm>
            <a:off x="6300000" y="3960000"/>
            <a:ext cx="5220000" cy="360000"/>
          </a:xfrm>
          <a:prstGeom prst="rect">
            <a:avLst/>
          </a:prstGeom>
        </p:spPr>
        <p:txBody>
          <a:bodyPr lIns="0" tIns="0" rIns="0" bIns="0" numCol="1" anchor="t" anchorCtr="0"/>
          <a:lstStyle>
            <a:lvl1pPr marL="0" indent="0">
              <a:lnSpc>
                <a:spcPct val="100000"/>
              </a:lnSpc>
              <a:buNone/>
              <a:defRPr sz="2200">
                <a:solidFill>
                  <a:schemeClr val="tx2"/>
                </a:solidFill>
              </a:defRPr>
            </a:lvl1pPr>
          </a:lstStyle>
          <a:p>
            <a:pPr lvl="0"/>
            <a:r>
              <a:rPr kumimoji="1" lang="ja-JP"/>
              <a:t>マスター テキストの書式設定</a:t>
            </a:r>
          </a:p>
        </p:txBody>
      </p:sp>
      <p:sp>
        <p:nvSpPr>
          <p:cNvPr id="8" name="テキスト プレースホルダー 19">
            <a:extLst>
              <a:ext uri="{FF2B5EF4-FFF2-40B4-BE49-F238E27FC236}">
                <a16:creationId xmlns:a16="http://schemas.microsoft.com/office/drawing/2014/main" id="{7A47858D-C825-EE4A-811A-D4A80B75EF98}"/>
              </a:ext>
            </a:extLst>
          </p:cNvPr>
          <p:cNvSpPr>
            <a:spLocks noGrp="1"/>
          </p:cNvSpPr>
          <p:nvPr>
            <p:ph type="body" sz="quarter" idx="14"/>
          </p:nvPr>
        </p:nvSpPr>
        <p:spPr>
          <a:xfrm>
            <a:off x="6300000" y="4320000"/>
            <a:ext cx="5220000" cy="1800000"/>
          </a:xfrm>
          <a:prstGeom prst="rect">
            <a:avLst/>
          </a:prstGeom>
        </p:spPr>
        <p:txBody>
          <a:bodyPr lIns="0" tIns="0" rIns="0" bIns="0" numCol="1"/>
          <a:lstStyle>
            <a:lvl1pPr marL="0" indent="0">
              <a:lnSpc>
                <a:spcPct val="150000"/>
              </a:lnSpc>
              <a:buNone/>
              <a:defRPr sz="2000">
                <a:solidFill>
                  <a:schemeClr val="tx1"/>
                </a:solidFill>
              </a:defRPr>
            </a:lvl1pPr>
          </a:lstStyle>
          <a:p>
            <a:pPr lvl="0"/>
            <a:r>
              <a:rPr kumimoji="1" lang="ja-JP"/>
              <a:t>マスター テキストの書式設定</a:t>
            </a:r>
          </a:p>
        </p:txBody>
      </p:sp>
    </p:spTree>
    <p:extLst>
      <p:ext uri="{BB962C8B-B14F-4D97-AF65-F5344CB8AC3E}">
        <p14:creationId xmlns:p14="http://schemas.microsoft.com/office/powerpoint/2010/main" val="311900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スタイル(2)［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E546F-8821-C84B-8FF4-4540CBAF0EC7}"/>
              </a:ext>
            </a:extLst>
          </p:cNvPr>
          <p:cNvSpPr>
            <a:spLocks noGrp="1"/>
          </p:cNvSpPr>
          <p:nvPr>
            <p:ph type="ctrTitle"/>
          </p:nvPr>
        </p:nvSpPr>
        <p:spPr>
          <a:xfrm>
            <a:off x="360000" y="0"/>
            <a:ext cx="10620000" cy="612000"/>
          </a:xfrm>
          <a:prstGeom prst="rect">
            <a:avLst/>
          </a:prstGeom>
        </p:spPr>
        <p:txBody>
          <a:bodyPr lIns="0" tIns="0" rIns="0" bIns="36000" numCol="1" anchor="b" anchorCtr="0"/>
          <a:lstStyle>
            <a:lvl1pPr algn="l">
              <a:lnSpc>
                <a:spcPct val="100000"/>
              </a:lnSpc>
              <a:defRPr sz="2600">
                <a:solidFill>
                  <a:schemeClr val="bg1"/>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4D615A52-6717-034E-A1C0-5A2BE50356D7}"/>
              </a:ext>
            </a:extLst>
          </p:cNvPr>
          <p:cNvSpPr>
            <a:spLocks noGrp="1"/>
          </p:cNvSpPr>
          <p:nvPr>
            <p:ph type="subTitle" idx="1"/>
          </p:nvPr>
        </p:nvSpPr>
        <p:spPr>
          <a:xfrm>
            <a:off x="360000" y="612000"/>
            <a:ext cx="10620000" cy="468000"/>
          </a:xfrm>
          <a:prstGeom prst="rect">
            <a:avLst/>
          </a:prstGeom>
        </p:spPr>
        <p:txBody>
          <a:bodyPr lIns="0" tIns="36000" rIns="0" bIns="0" numCol="1" anchor="t" anchorCtr="0"/>
          <a:lstStyle>
            <a:lvl1pPr marL="0" indent="0" algn="l">
              <a:lnSpc>
                <a:spcPct val="100000"/>
              </a:lnSpc>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8" name="テキスト プレースホルダー 7">
            <a:extLst>
              <a:ext uri="{FF2B5EF4-FFF2-40B4-BE49-F238E27FC236}">
                <a16:creationId xmlns:a16="http://schemas.microsoft.com/office/drawing/2014/main" id="{EF32F651-E9EB-8E4A-B0E3-E40D35B1B179}"/>
              </a:ext>
            </a:extLst>
          </p:cNvPr>
          <p:cNvSpPr>
            <a:spLocks noGrp="1"/>
          </p:cNvSpPr>
          <p:nvPr>
            <p:ph type="body" sz="quarter" idx="10"/>
          </p:nvPr>
        </p:nvSpPr>
        <p:spPr>
          <a:xfrm>
            <a:off x="6300000" y="1800000"/>
            <a:ext cx="5220000" cy="360000"/>
          </a:xfrm>
          <a:prstGeom prst="rect">
            <a:avLst/>
          </a:prstGeom>
        </p:spPr>
        <p:txBody>
          <a:bodyPr lIns="0" tIns="0" rIns="0" bIns="0" numCol="1"/>
          <a:lstStyle>
            <a:lvl1pPr marL="0" indent="0">
              <a:lnSpc>
                <a:spcPct val="100000"/>
              </a:lnSpc>
              <a:buNone/>
              <a:defRPr sz="2000">
                <a:solidFill>
                  <a:schemeClr val="tx2"/>
                </a:solidFill>
              </a:defRPr>
            </a:lvl1pPr>
          </a:lstStyle>
          <a:p>
            <a:pPr lvl="0"/>
            <a:r>
              <a:rPr kumimoji="1" lang="ja-JP"/>
              <a:t>マスター テキストの書式設定</a:t>
            </a:r>
          </a:p>
        </p:txBody>
      </p:sp>
      <p:sp>
        <p:nvSpPr>
          <p:cNvPr id="10" name="テキスト プレースホルダー 9">
            <a:extLst>
              <a:ext uri="{FF2B5EF4-FFF2-40B4-BE49-F238E27FC236}">
                <a16:creationId xmlns:a16="http://schemas.microsoft.com/office/drawing/2014/main" id="{335F1112-23E5-FF43-84CA-6601567C678B}"/>
              </a:ext>
            </a:extLst>
          </p:cNvPr>
          <p:cNvSpPr>
            <a:spLocks noGrp="1"/>
          </p:cNvSpPr>
          <p:nvPr>
            <p:ph type="body" sz="quarter" idx="11"/>
          </p:nvPr>
        </p:nvSpPr>
        <p:spPr>
          <a:xfrm>
            <a:off x="6300000" y="2160000"/>
            <a:ext cx="5220000" cy="1620000"/>
          </a:xfrm>
          <a:prstGeom prst="rect">
            <a:avLst/>
          </a:prstGeom>
        </p:spPr>
        <p:txBody>
          <a:bodyPr lIns="0" tIns="0" rIns="0" bIns="0" numCol="1"/>
          <a:lstStyle>
            <a:lvl1pPr marL="0" indent="0">
              <a:lnSpc>
                <a:spcPct val="150000"/>
              </a:lnSpc>
              <a:buNone/>
              <a:defRPr sz="1800">
                <a:solidFill>
                  <a:schemeClr val="tx1"/>
                </a:solidFill>
              </a:defRPr>
            </a:lvl1pPr>
            <a:lvl2pPr marL="457200" indent="0">
              <a:buNone/>
              <a:defRPr/>
            </a:lvl2pPr>
          </a:lstStyle>
          <a:p>
            <a:pPr lvl="0"/>
            <a:r>
              <a:rPr kumimoji="1" lang="ja-JP"/>
              <a:t>マスター テキストの書式設定</a:t>
            </a:r>
          </a:p>
        </p:txBody>
      </p:sp>
      <p:sp>
        <p:nvSpPr>
          <p:cNvPr id="11" name="テキスト プレースホルダー 7">
            <a:extLst>
              <a:ext uri="{FF2B5EF4-FFF2-40B4-BE49-F238E27FC236}">
                <a16:creationId xmlns:a16="http://schemas.microsoft.com/office/drawing/2014/main" id="{15F39439-1376-B14B-85B5-182DB127A1D5}"/>
              </a:ext>
            </a:extLst>
          </p:cNvPr>
          <p:cNvSpPr>
            <a:spLocks noGrp="1"/>
          </p:cNvSpPr>
          <p:nvPr>
            <p:ph type="body" sz="quarter" idx="12"/>
          </p:nvPr>
        </p:nvSpPr>
        <p:spPr>
          <a:xfrm>
            <a:off x="6300000" y="4140000"/>
            <a:ext cx="5220000" cy="360000"/>
          </a:xfrm>
          <a:prstGeom prst="rect">
            <a:avLst/>
          </a:prstGeom>
        </p:spPr>
        <p:txBody>
          <a:bodyPr lIns="0" tIns="0" rIns="0" bIns="0" numCol="1"/>
          <a:lstStyle>
            <a:lvl1pPr marL="0" indent="0">
              <a:lnSpc>
                <a:spcPct val="100000"/>
              </a:lnSpc>
              <a:buNone/>
              <a:defRPr sz="2000">
                <a:solidFill>
                  <a:schemeClr val="tx2"/>
                </a:solidFill>
              </a:defRPr>
            </a:lvl1pPr>
          </a:lstStyle>
          <a:p>
            <a:pPr lvl="0"/>
            <a:r>
              <a:rPr kumimoji="1" lang="ja-JP"/>
              <a:t>マスター テキストの書式設定</a:t>
            </a:r>
          </a:p>
        </p:txBody>
      </p:sp>
      <p:sp>
        <p:nvSpPr>
          <p:cNvPr id="12" name="テキスト プレースホルダー 9">
            <a:extLst>
              <a:ext uri="{FF2B5EF4-FFF2-40B4-BE49-F238E27FC236}">
                <a16:creationId xmlns:a16="http://schemas.microsoft.com/office/drawing/2014/main" id="{7331F14B-D0DD-BE42-ACF4-E1983AFFE66A}"/>
              </a:ext>
            </a:extLst>
          </p:cNvPr>
          <p:cNvSpPr>
            <a:spLocks noGrp="1"/>
          </p:cNvSpPr>
          <p:nvPr>
            <p:ph type="body" sz="quarter" idx="13"/>
          </p:nvPr>
        </p:nvSpPr>
        <p:spPr>
          <a:xfrm>
            <a:off x="6300000" y="4500000"/>
            <a:ext cx="5220000" cy="1620000"/>
          </a:xfrm>
          <a:prstGeom prst="rect">
            <a:avLst/>
          </a:prstGeom>
        </p:spPr>
        <p:txBody>
          <a:bodyPr lIns="0" tIns="0" rIns="0" bIns="0" numCol="1"/>
          <a:lstStyle>
            <a:lvl1pPr marL="0" indent="0">
              <a:lnSpc>
                <a:spcPct val="150000"/>
              </a:lnSpc>
              <a:buNone/>
              <a:defRPr sz="1800">
                <a:solidFill>
                  <a:schemeClr val="tx1"/>
                </a:solidFill>
              </a:defRPr>
            </a:lvl1pPr>
            <a:lvl2pPr marL="457200" indent="0">
              <a:buNone/>
              <a:defRPr/>
            </a:lvl2pPr>
          </a:lstStyle>
          <a:p>
            <a:pPr lvl="0"/>
            <a:r>
              <a:rPr kumimoji="1" lang="ja-JP"/>
              <a:t>マスター テキストの書式設定</a:t>
            </a:r>
          </a:p>
        </p:txBody>
      </p:sp>
      <p:sp>
        <p:nvSpPr>
          <p:cNvPr id="14" name="コンテンツ プレースホルダー 13">
            <a:extLst>
              <a:ext uri="{FF2B5EF4-FFF2-40B4-BE49-F238E27FC236}">
                <a16:creationId xmlns:a16="http://schemas.microsoft.com/office/drawing/2014/main" id="{299F88C9-F797-9543-B481-636FF216A352}"/>
              </a:ext>
            </a:extLst>
          </p:cNvPr>
          <p:cNvSpPr>
            <a:spLocks noGrp="1"/>
          </p:cNvSpPr>
          <p:nvPr>
            <p:ph sz="quarter" idx="14"/>
          </p:nvPr>
        </p:nvSpPr>
        <p:spPr>
          <a:xfrm>
            <a:off x="720000" y="1800225"/>
            <a:ext cx="5220000" cy="4338000"/>
          </a:xfrm>
          <a:prstGeom prst="rect">
            <a:avLst/>
          </a:prstGeom>
        </p:spPr>
        <p:txBody>
          <a:bodyPr numCol="1"/>
          <a:lstStyle>
            <a:lvl1pPr marL="0" indent="0">
              <a:buNone/>
              <a:defRPr sz="1800">
                <a:solidFill>
                  <a:schemeClr val="tx1"/>
                </a:solidFill>
              </a:defRPr>
            </a:lvl1pPr>
          </a:lstStyle>
          <a:p>
            <a:pPr lvl="0"/>
            <a:endParaRPr kumimoji="1" lang="ja-JP"/>
          </a:p>
        </p:txBody>
      </p:sp>
    </p:spTree>
    <p:extLst>
      <p:ext uri="{BB962C8B-B14F-4D97-AF65-F5344CB8AC3E}">
        <p14:creationId xmlns:p14="http://schemas.microsoft.com/office/powerpoint/2010/main" val="113037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スタイル(2)［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6E546F-8821-C84B-8FF4-4540CBAF0EC7}"/>
              </a:ext>
            </a:extLst>
          </p:cNvPr>
          <p:cNvSpPr>
            <a:spLocks noGrp="1"/>
          </p:cNvSpPr>
          <p:nvPr>
            <p:ph type="ctrTitle"/>
          </p:nvPr>
        </p:nvSpPr>
        <p:spPr>
          <a:xfrm>
            <a:off x="360000" y="0"/>
            <a:ext cx="10620000" cy="612000"/>
          </a:xfrm>
          <a:prstGeom prst="rect">
            <a:avLst/>
          </a:prstGeom>
        </p:spPr>
        <p:txBody>
          <a:bodyPr lIns="0" tIns="0" rIns="0" bIns="36000" numCol="1" anchor="b" anchorCtr="0"/>
          <a:lstStyle>
            <a:lvl1pPr algn="l">
              <a:lnSpc>
                <a:spcPct val="100000"/>
              </a:lnSpc>
              <a:defRPr sz="26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4D615A52-6717-034E-A1C0-5A2BE50356D7}"/>
              </a:ext>
            </a:extLst>
          </p:cNvPr>
          <p:cNvSpPr>
            <a:spLocks noGrp="1"/>
          </p:cNvSpPr>
          <p:nvPr>
            <p:ph type="subTitle" idx="1"/>
          </p:nvPr>
        </p:nvSpPr>
        <p:spPr>
          <a:xfrm>
            <a:off x="360000" y="612000"/>
            <a:ext cx="10620000" cy="468000"/>
          </a:xfrm>
          <a:prstGeom prst="rect">
            <a:avLst/>
          </a:prstGeom>
        </p:spPr>
        <p:txBody>
          <a:bodyPr lIns="0" tIns="36000" rIns="0" bIns="0" numCol="1" anchor="t" anchorCtr="0"/>
          <a:lstStyle>
            <a:lvl1pPr marL="0" indent="0" algn="l">
              <a:lnSpc>
                <a:spcPct val="100000"/>
              </a:lnSpc>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8" name="テキスト プレースホルダー 7">
            <a:extLst>
              <a:ext uri="{FF2B5EF4-FFF2-40B4-BE49-F238E27FC236}">
                <a16:creationId xmlns:a16="http://schemas.microsoft.com/office/drawing/2014/main" id="{EF32F651-E9EB-8E4A-B0E3-E40D35B1B179}"/>
              </a:ext>
            </a:extLst>
          </p:cNvPr>
          <p:cNvSpPr>
            <a:spLocks noGrp="1"/>
          </p:cNvSpPr>
          <p:nvPr>
            <p:ph type="body" sz="quarter" idx="10"/>
          </p:nvPr>
        </p:nvSpPr>
        <p:spPr>
          <a:xfrm>
            <a:off x="6300000" y="1800000"/>
            <a:ext cx="5220000" cy="360000"/>
          </a:xfrm>
          <a:prstGeom prst="rect">
            <a:avLst/>
          </a:prstGeom>
        </p:spPr>
        <p:txBody>
          <a:bodyPr lIns="0" tIns="0" rIns="0" bIns="0" numCol="1"/>
          <a:lstStyle>
            <a:lvl1pPr marL="0" indent="0">
              <a:lnSpc>
                <a:spcPct val="100000"/>
              </a:lnSpc>
              <a:buNone/>
              <a:defRPr sz="2000">
                <a:solidFill>
                  <a:schemeClr val="tx2"/>
                </a:solidFill>
              </a:defRPr>
            </a:lvl1pPr>
          </a:lstStyle>
          <a:p>
            <a:pPr lvl="0"/>
            <a:r>
              <a:rPr kumimoji="1" lang="ja-JP"/>
              <a:t>マスター テキストの書式設定</a:t>
            </a:r>
          </a:p>
        </p:txBody>
      </p:sp>
      <p:sp>
        <p:nvSpPr>
          <p:cNvPr id="10" name="テキスト プレースホルダー 9">
            <a:extLst>
              <a:ext uri="{FF2B5EF4-FFF2-40B4-BE49-F238E27FC236}">
                <a16:creationId xmlns:a16="http://schemas.microsoft.com/office/drawing/2014/main" id="{335F1112-23E5-FF43-84CA-6601567C678B}"/>
              </a:ext>
            </a:extLst>
          </p:cNvPr>
          <p:cNvSpPr>
            <a:spLocks noGrp="1"/>
          </p:cNvSpPr>
          <p:nvPr>
            <p:ph type="body" sz="quarter" idx="11"/>
          </p:nvPr>
        </p:nvSpPr>
        <p:spPr>
          <a:xfrm>
            <a:off x="6300000" y="2160000"/>
            <a:ext cx="5220000" cy="1620000"/>
          </a:xfrm>
          <a:prstGeom prst="rect">
            <a:avLst/>
          </a:prstGeom>
        </p:spPr>
        <p:txBody>
          <a:bodyPr lIns="0" tIns="0" rIns="0" bIns="0" numCol="1"/>
          <a:lstStyle>
            <a:lvl1pPr marL="0" indent="0">
              <a:lnSpc>
                <a:spcPct val="150000"/>
              </a:lnSpc>
              <a:buNone/>
              <a:defRPr sz="1800">
                <a:solidFill>
                  <a:schemeClr val="tx1"/>
                </a:solidFill>
              </a:defRPr>
            </a:lvl1pPr>
            <a:lvl2pPr marL="457200" indent="0">
              <a:buNone/>
              <a:defRPr/>
            </a:lvl2pPr>
          </a:lstStyle>
          <a:p>
            <a:pPr lvl="0"/>
            <a:r>
              <a:rPr kumimoji="1" lang="ja-JP"/>
              <a:t>マスター テキストの書式設定</a:t>
            </a:r>
          </a:p>
        </p:txBody>
      </p:sp>
      <p:sp>
        <p:nvSpPr>
          <p:cNvPr id="11" name="テキスト プレースホルダー 7">
            <a:extLst>
              <a:ext uri="{FF2B5EF4-FFF2-40B4-BE49-F238E27FC236}">
                <a16:creationId xmlns:a16="http://schemas.microsoft.com/office/drawing/2014/main" id="{15F39439-1376-B14B-85B5-182DB127A1D5}"/>
              </a:ext>
            </a:extLst>
          </p:cNvPr>
          <p:cNvSpPr>
            <a:spLocks noGrp="1"/>
          </p:cNvSpPr>
          <p:nvPr>
            <p:ph type="body" sz="quarter" idx="12"/>
          </p:nvPr>
        </p:nvSpPr>
        <p:spPr>
          <a:xfrm>
            <a:off x="6300000" y="4140000"/>
            <a:ext cx="5220000" cy="360000"/>
          </a:xfrm>
          <a:prstGeom prst="rect">
            <a:avLst/>
          </a:prstGeom>
        </p:spPr>
        <p:txBody>
          <a:bodyPr lIns="0" tIns="0" rIns="0" bIns="0" numCol="1"/>
          <a:lstStyle>
            <a:lvl1pPr marL="0" indent="0">
              <a:lnSpc>
                <a:spcPct val="100000"/>
              </a:lnSpc>
              <a:buNone/>
              <a:defRPr sz="2000">
                <a:solidFill>
                  <a:schemeClr val="tx2"/>
                </a:solidFill>
              </a:defRPr>
            </a:lvl1pPr>
          </a:lstStyle>
          <a:p>
            <a:pPr lvl="0"/>
            <a:r>
              <a:rPr kumimoji="1" lang="ja-JP"/>
              <a:t>マスター テキストの書式設定</a:t>
            </a:r>
          </a:p>
        </p:txBody>
      </p:sp>
      <p:sp>
        <p:nvSpPr>
          <p:cNvPr id="12" name="テキスト プレースホルダー 9">
            <a:extLst>
              <a:ext uri="{FF2B5EF4-FFF2-40B4-BE49-F238E27FC236}">
                <a16:creationId xmlns:a16="http://schemas.microsoft.com/office/drawing/2014/main" id="{7331F14B-D0DD-BE42-ACF4-E1983AFFE66A}"/>
              </a:ext>
            </a:extLst>
          </p:cNvPr>
          <p:cNvSpPr>
            <a:spLocks noGrp="1"/>
          </p:cNvSpPr>
          <p:nvPr>
            <p:ph type="body" sz="quarter" idx="13"/>
          </p:nvPr>
        </p:nvSpPr>
        <p:spPr>
          <a:xfrm>
            <a:off x="6300000" y="4500000"/>
            <a:ext cx="5220000" cy="1620000"/>
          </a:xfrm>
          <a:prstGeom prst="rect">
            <a:avLst/>
          </a:prstGeom>
        </p:spPr>
        <p:txBody>
          <a:bodyPr lIns="0" tIns="0" rIns="0" bIns="0" numCol="1"/>
          <a:lstStyle>
            <a:lvl1pPr marL="0" indent="0">
              <a:lnSpc>
                <a:spcPct val="150000"/>
              </a:lnSpc>
              <a:buNone/>
              <a:defRPr sz="1800">
                <a:solidFill>
                  <a:schemeClr val="tx1"/>
                </a:solidFill>
              </a:defRPr>
            </a:lvl1pPr>
            <a:lvl2pPr marL="457200" indent="0">
              <a:buNone/>
              <a:defRPr/>
            </a:lvl2pPr>
          </a:lstStyle>
          <a:p>
            <a:pPr lvl="0"/>
            <a:r>
              <a:rPr kumimoji="1" lang="ja-JP"/>
              <a:t>マスター テキストの書式設定</a:t>
            </a:r>
          </a:p>
        </p:txBody>
      </p:sp>
      <p:sp>
        <p:nvSpPr>
          <p:cNvPr id="14" name="コンテンツ プレースホルダー 13">
            <a:extLst>
              <a:ext uri="{FF2B5EF4-FFF2-40B4-BE49-F238E27FC236}">
                <a16:creationId xmlns:a16="http://schemas.microsoft.com/office/drawing/2014/main" id="{299F88C9-F797-9543-B481-636FF216A352}"/>
              </a:ext>
            </a:extLst>
          </p:cNvPr>
          <p:cNvSpPr>
            <a:spLocks noGrp="1"/>
          </p:cNvSpPr>
          <p:nvPr>
            <p:ph sz="quarter" idx="14"/>
          </p:nvPr>
        </p:nvSpPr>
        <p:spPr>
          <a:xfrm>
            <a:off x="720000" y="1800225"/>
            <a:ext cx="5220000" cy="4338000"/>
          </a:xfrm>
          <a:prstGeom prst="rect">
            <a:avLst/>
          </a:prstGeom>
        </p:spPr>
        <p:txBody>
          <a:bodyPr numCol="1"/>
          <a:lstStyle>
            <a:lvl1pPr marL="0" indent="0">
              <a:buNone/>
              <a:defRPr sz="1800">
                <a:solidFill>
                  <a:schemeClr val="tx1"/>
                </a:solidFill>
              </a:defRPr>
            </a:lvl1pPr>
          </a:lstStyle>
          <a:p>
            <a:pPr lvl="0"/>
            <a:endParaRPr kumimoji="1" lang="ja-JP"/>
          </a:p>
        </p:txBody>
      </p:sp>
    </p:spTree>
    <p:extLst>
      <p:ext uri="{BB962C8B-B14F-4D97-AF65-F5344CB8AC3E}">
        <p14:creationId xmlns:p14="http://schemas.microsoft.com/office/powerpoint/2010/main" val="2187832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スタイル(3)［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0C183D-8EDD-534D-AD54-BED2D84DFF5F}"/>
              </a:ext>
            </a:extLst>
          </p:cNvPr>
          <p:cNvSpPr>
            <a:spLocks noGrp="1"/>
          </p:cNvSpPr>
          <p:nvPr>
            <p:ph type="ctrTitle"/>
          </p:nvPr>
        </p:nvSpPr>
        <p:spPr>
          <a:xfrm>
            <a:off x="1260000" y="0"/>
            <a:ext cx="4860000" cy="756000"/>
          </a:xfrm>
          <a:prstGeom prst="rect">
            <a:avLst/>
          </a:prstGeom>
        </p:spPr>
        <p:txBody>
          <a:bodyPr lIns="0" tIns="0" rIns="0" bIns="0" numCol="1" anchor="ctr"/>
          <a:lstStyle>
            <a:lvl1pPr algn="l">
              <a:defRPr sz="2500">
                <a:solidFill>
                  <a:schemeClr val="bg1"/>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9FB83421-9179-184C-B462-4801CDE3E346}"/>
              </a:ext>
            </a:extLst>
          </p:cNvPr>
          <p:cNvSpPr>
            <a:spLocks noGrp="1"/>
          </p:cNvSpPr>
          <p:nvPr>
            <p:ph type="subTitle" idx="1"/>
          </p:nvPr>
        </p:nvSpPr>
        <p:spPr>
          <a:xfrm>
            <a:off x="6120000" y="0"/>
            <a:ext cx="4860000" cy="756000"/>
          </a:xfrm>
          <a:prstGeom prst="rect">
            <a:avLst/>
          </a:prstGeom>
        </p:spPr>
        <p:txBody>
          <a:bodyPr lIns="0" tIns="72000" rIns="0" bIns="0" numCol="1" anchor="ct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8" name="コンテンツ プレースホルダー 7">
            <a:extLst>
              <a:ext uri="{FF2B5EF4-FFF2-40B4-BE49-F238E27FC236}">
                <a16:creationId xmlns:a16="http://schemas.microsoft.com/office/drawing/2014/main" id="{693C5819-0DD1-0349-B958-6B04249DCFCA}"/>
              </a:ext>
            </a:extLst>
          </p:cNvPr>
          <p:cNvSpPr>
            <a:spLocks noGrp="1"/>
          </p:cNvSpPr>
          <p:nvPr>
            <p:ph sz="quarter" idx="10"/>
          </p:nvPr>
        </p:nvSpPr>
        <p:spPr>
          <a:xfrm>
            <a:off x="720000" y="1440000"/>
            <a:ext cx="5220000" cy="4680000"/>
          </a:xfrm>
          <a:prstGeom prst="rect">
            <a:avLst/>
          </a:prstGeom>
        </p:spPr>
        <p:txBody>
          <a:bodyPr numCol="1"/>
          <a:lstStyle>
            <a:lvl1pPr marL="0" indent="0">
              <a:buNone/>
              <a:defRPr sz="1600">
                <a:solidFill>
                  <a:schemeClr val="tx1"/>
                </a:solidFill>
              </a:defRPr>
            </a:lvl1pPr>
          </a:lstStyle>
          <a:p>
            <a:pPr lvl="0"/>
            <a:endParaRPr kumimoji="1" lang="ja-JP"/>
          </a:p>
        </p:txBody>
      </p:sp>
      <p:sp>
        <p:nvSpPr>
          <p:cNvPr id="10" name="テキスト プレースホルダー 9">
            <a:extLst>
              <a:ext uri="{FF2B5EF4-FFF2-40B4-BE49-F238E27FC236}">
                <a16:creationId xmlns:a16="http://schemas.microsoft.com/office/drawing/2014/main" id="{CF7BA241-B027-A74E-8045-6BD8741753CF}"/>
              </a:ext>
            </a:extLst>
          </p:cNvPr>
          <p:cNvSpPr>
            <a:spLocks noGrp="1"/>
          </p:cNvSpPr>
          <p:nvPr>
            <p:ph type="body" sz="quarter" idx="11"/>
          </p:nvPr>
        </p:nvSpPr>
        <p:spPr>
          <a:xfrm>
            <a:off x="6300000" y="1440000"/>
            <a:ext cx="5220000" cy="360000"/>
          </a:xfrm>
          <a:prstGeom prst="rect">
            <a:avLst/>
          </a:prstGeom>
        </p:spPr>
        <p:txBody>
          <a:bodyPr lIns="0" tIns="0" rIns="0" bIns="0" numCol="1"/>
          <a:lstStyle>
            <a:lvl1pPr marL="0" indent="0">
              <a:lnSpc>
                <a:spcPct val="100000"/>
              </a:lnSpc>
              <a:buNone/>
              <a:defRPr sz="1800">
                <a:solidFill>
                  <a:schemeClr val="tx2"/>
                </a:solidFill>
              </a:defRPr>
            </a:lvl1pPr>
          </a:lstStyle>
          <a:p>
            <a:pPr lvl="0"/>
            <a:r>
              <a:rPr kumimoji="1" lang="ja-JP"/>
              <a:t>マスター テキストの書式設定</a:t>
            </a:r>
          </a:p>
        </p:txBody>
      </p:sp>
      <p:sp>
        <p:nvSpPr>
          <p:cNvPr id="12" name="テキスト プレースホルダー 11">
            <a:extLst>
              <a:ext uri="{FF2B5EF4-FFF2-40B4-BE49-F238E27FC236}">
                <a16:creationId xmlns:a16="http://schemas.microsoft.com/office/drawing/2014/main" id="{40964C00-CC8B-C042-AF95-F8A758D35F6D}"/>
              </a:ext>
            </a:extLst>
          </p:cNvPr>
          <p:cNvSpPr>
            <a:spLocks noGrp="1"/>
          </p:cNvSpPr>
          <p:nvPr>
            <p:ph type="body" sz="quarter" idx="12"/>
          </p:nvPr>
        </p:nvSpPr>
        <p:spPr>
          <a:xfrm>
            <a:off x="6300000" y="1800000"/>
            <a:ext cx="5220000" cy="1800000"/>
          </a:xfrm>
          <a:prstGeom prst="rect">
            <a:avLst/>
          </a:prstGeom>
        </p:spPr>
        <p:txBody>
          <a:bodyPr lIns="0" tIns="0" rIns="0" bIns="0" numCol="1"/>
          <a:lstStyle>
            <a:lvl1pPr marL="0" indent="0">
              <a:lnSpc>
                <a:spcPct val="150000"/>
              </a:lnSpc>
              <a:buNone/>
              <a:defRPr sz="1600">
                <a:solidFill>
                  <a:schemeClr val="tx1"/>
                </a:solidFill>
              </a:defRPr>
            </a:lvl1pPr>
          </a:lstStyle>
          <a:p>
            <a:pPr lvl="0"/>
            <a:r>
              <a:rPr kumimoji="1" lang="ja-JP"/>
              <a:t>マスター テキストの書式設定</a:t>
            </a:r>
          </a:p>
        </p:txBody>
      </p:sp>
      <p:sp>
        <p:nvSpPr>
          <p:cNvPr id="13" name="テキスト プレースホルダー 9">
            <a:extLst>
              <a:ext uri="{FF2B5EF4-FFF2-40B4-BE49-F238E27FC236}">
                <a16:creationId xmlns:a16="http://schemas.microsoft.com/office/drawing/2014/main" id="{41A465AC-662D-7947-956F-A1EA49EA4B92}"/>
              </a:ext>
            </a:extLst>
          </p:cNvPr>
          <p:cNvSpPr>
            <a:spLocks noGrp="1"/>
          </p:cNvSpPr>
          <p:nvPr>
            <p:ph type="body" sz="quarter" idx="13"/>
          </p:nvPr>
        </p:nvSpPr>
        <p:spPr>
          <a:xfrm>
            <a:off x="6300000" y="3960000"/>
            <a:ext cx="5220000" cy="360000"/>
          </a:xfrm>
          <a:prstGeom prst="rect">
            <a:avLst/>
          </a:prstGeom>
        </p:spPr>
        <p:txBody>
          <a:bodyPr lIns="0" tIns="0" rIns="0" bIns="0" numCol="1"/>
          <a:lstStyle>
            <a:lvl1pPr marL="0" indent="0">
              <a:lnSpc>
                <a:spcPct val="100000"/>
              </a:lnSpc>
              <a:buNone/>
              <a:defRPr sz="1800">
                <a:solidFill>
                  <a:schemeClr val="tx2"/>
                </a:solidFill>
              </a:defRPr>
            </a:lvl1pPr>
          </a:lstStyle>
          <a:p>
            <a:pPr lvl="0"/>
            <a:r>
              <a:rPr kumimoji="1" lang="ja-JP"/>
              <a:t>マスター テキストの書式設定</a:t>
            </a:r>
          </a:p>
        </p:txBody>
      </p:sp>
      <p:sp>
        <p:nvSpPr>
          <p:cNvPr id="14" name="テキスト プレースホルダー 11">
            <a:extLst>
              <a:ext uri="{FF2B5EF4-FFF2-40B4-BE49-F238E27FC236}">
                <a16:creationId xmlns:a16="http://schemas.microsoft.com/office/drawing/2014/main" id="{4E81BB43-84C4-FB46-937E-066DA45F7EC5}"/>
              </a:ext>
            </a:extLst>
          </p:cNvPr>
          <p:cNvSpPr>
            <a:spLocks noGrp="1"/>
          </p:cNvSpPr>
          <p:nvPr>
            <p:ph type="body" sz="quarter" idx="14"/>
          </p:nvPr>
        </p:nvSpPr>
        <p:spPr>
          <a:xfrm>
            <a:off x="6300000" y="4320000"/>
            <a:ext cx="5220000" cy="1800000"/>
          </a:xfrm>
          <a:prstGeom prst="rect">
            <a:avLst/>
          </a:prstGeom>
        </p:spPr>
        <p:txBody>
          <a:bodyPr lIns="0" tIns="0" rIns="0" bIns="0" numCol="1"/>
          <a:lstStyle>
            <a:lvl1pPr marL="0" indent="0">
              <a:lnSpc>
                <a:spcPct val="150000"/>
              </a:lnSpc>
              <a:buNone/>
              <a:defRPr sz="1600">
                <a:solidFill>
                  <a:schemeClr val="tx1"/>
                </a:solidFill>
              </a:defRPr>
            </a:lvl1pPr>
          </a:lstStyle>
          <a:p>
            <a:pPr lvl="0"/>
            <a:r>
              <a:rPr kumimoji="1" lang="ja-JP"/>
              <a:t>マスター テキストの書式設定</a:t>
            </a:r>
          </a:p>
        </p:txBody>
      </p:sp>
    </p:spTree>
    <p:extLst>
      <p:ext uri="{BB962C8B-B14F-4D97-AF65-F5344CB8AC3E}">
        <p14:creationId xmlns:p14="http://schemas.microsoft.com/office/powerpoint/2010/main" val="3687114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スタイル(3)［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0C183D-8EDD-534D-AD54-BED2D84DFF5F}"/>
              </a:ext>
            </a:extLst>
          </p:cNvPr>
          <p:cNvSpPr>
            <a:spLocks noGrp="1"/>
          </p:cNvSpPr>
          <p:nvPr>
            <p:ph type="ctrTitle"/>
          </p:nvPr>
        </p:nvSpPr>
        <p:spPr>
          <a:xfrm>
            <a:off x="1260000" y="0"/>
            <a:ext cx="4860000" cy="756000"/>
          </a:xfrm>
          <a:prstGeom prst="rect">
            <a:avLst/>
          </a:prstGeom>
        </p:spPr>
        <p:txBody>
          <a:bodyPr lIns="0" tIns="0" rIns="0" bIns="0" numCol="1" anchor="ctr"/>
          <a:lstStyle>
            <a:lvl1pPr algn="l">
              <a:defRPr sz="25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9FB83421-9179-184C-B462-4801CDE3E346}"/>
              </a:ext>
            </a:extLst>
          </p:cNvPr>
          <p:cNvSpPr>
            <a:spLocks noGrp="1"/>
          </p:cNvSpPr>
          <p:nvPr>
            <p:ph type="subTitle" idx="1"/>
          </p:nvPr>
        </p:nvSpPr>
        <p:spPr>
          <a:xfrm>
            <a:off x="6120000" y="0"/>
            <a:ext cx="4860000" cy="756000"/>
          </a:xfrm>
          <a:prstGeom prst="rect">
            <a:avLst/>
          </a:prstGeom>
        </p:spPr>
        <p:txBody>
          <a:bodyPr lIns="0" tIns="72000" rIns="0" bIns="0" numCol="1" anchor="ct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8" name="コンテンツ プレースホルダー 7">
            <a:extLst>
              <a:ext uri="{FF2B5EF4-FFF2-40B4-BE49-F238E27FC236}">
                <a16:creationId xmlns:a16="http://schemas.microsoft.com/office/drawing/2014/main" id="{693C5819-0DD1-0349-B958-6B04249DCFCA}"/>
              </a:ext>
            </a:extLst>
          </p:cNvPr>
          <p:cNvSpPr>
            <a:spLocks noGrp="1"/>
          </p:cNvSpPr>
          <p:nvPr>
            <p:ph sz="quarter" idx="10"/>
          </p:nvPr>
        </p:nvSpPr>
        <p:spPr>
          <a:xfrm>
            <a:off x="720000" y="1440000"/>
            <a:ext cx="5220000" cy="4680000"/>
          </a:xfrm>
          <a:prstGeom prst="rect">
            <a:avLst/>
          </a:prstGeom>
        </p:spPr>
        <p:txBody>
          <a:bodyPr numCol="1"/>
          <a:lstStyle>
            <a:lvl1pPr marL="0" indent="0">
              <a:buNone/>
              <a:defRPr sz="1600">
                <a:solidFill>
                  <a:schemeClr val="tx1"/>
                </a:solidFill>
              </a:defRPr>
            </a:lvl1pPr>
          </a:lstStyle>
          <a:p>
            <a:pPr lvl="0"/>
            <a:endParaRPr kumimoji="1" lang="ja-JP"/>
          </a:p>
        </p:txBody>
      </p:sp>
      <p:sp>
        <p:nvSpPr>
          <p:cNvPr id="10" name="テキスト プレースホルダー 9">
            <a:extLst>
              <a:ext uri="{FF2B5EF4-FFF2-40B4-BE49-F238E27FC236}">
                <a16:creationId xmlns:a16="http://schemas.microsoft.com/office/drawing/2014/main" id="{CF7BA241-B027-A74E-8045-6BD8741753CF}"/>
              </a:ext>
            </a:extLst>
          </p:cNvPr>
          <p:cNvSpPr>
            <a:spLocks noGrp="1"/>
          </p:cNvSpPr>
          <p:nvPr>
            <p:ph type="body" sz="quarter" idx="11"/>
          </p:nvPr>
        </p:nvSpPr>
        <p:spPr>
          <a:xfrm>
            <a:off x="6300000" y="1440000"/>
            <a:ext cx="5220000" cy="360000"/>
          </a:xfrm>
          <a:prstGeom prst="rect">
            <a:avLst/>
          </a:prstGeom>
        </p:spPr>
        <p:txBody>
          <a:bodyPr lIns="0" tIns="0" rIns="0" bIns="0" numCol="1"/>
          <a:lstStyle>
            <a:lvl1pPr marL="0" indent="0">
              <a:lnSpc>
                <a:spcPct val="100000"/>
              </a:lnSpc>
              <a:buNone/>
              <a:defRPr sz="1800">
                <a:solidFill>
                  <a:schemeClr val="tx2"/>
                </a:solidFill>
              </a:defRPr>
            </a:lvl1pPr>
          </a:lstStyle>
          <a:p>
            <a:pPr lvl="0"/>
            <a:r>
              <a:rPr kumimoji="1" lang="ja-JP"/>
              <a:t>マスター テキストの書式設定</a:t>
            </a:r>
          </a:p>
        </p:txBody>
      </p:sp>
      <p:sp>
        <p:nvSpPr>
          <p:cNvPr id="12" name="テキスト プレースホルダー 11">
            <a:extLst>
              <a:ext uri="{FF2B5EF4-FFF2-40B4-BE49-F238E27FC236}">
                <a16:creationId xmlns:a16="http://schemas.microsoft.com/office/drawing/2014/main" id="{40964C00-CC8B-C042-AF95-F8A758D35F6D}"/>
              </a:ext>
            </a:extLst>
          </p:cNvPr>
          <p:cNvSpPr>
            <a:spLocks noGrp="1"/>
          </p:cNvSpPr>
          <p:nvPr>
            <p:ph type="body" sz="quarter" idx="12"/>
          </p:nvPr>
        </p:nvSpPr>
        <p:spPr>
          <a:xfrm>
            <a:off x="6300000" y="1800000"/>
            <a:ext cx="5220000" cy="1800000"/>
          </a:xfrm>
          <a:prstGeom prst="rect">
            <a:avLst/>
          </a:prstGeom>
        </p:spPr>
        <p:txBody>
          <a:bodyPr lIns="0" tIns="0" rIns="0" bIns="0" numCol="1"/>
          <a:lstStyle>
            <a:lvl1pPr marL="0" indent="0">
              <a:lnSpc>
                <a:spcPct val="150000"/>
              </a:lnSpc>
              <a:buNone/>
              <a:defRPr sz="1600">
                <a:solidFill>
                  <a:schemeClr val="tx1"/>
                </a:solidFill>
              </a:defRPr>
            </a:lvl1pPr>
          </a:lstStyle>
          <a:p>
            <a:pPr lvl="0"/>
            <a:r>
              <a:rPr kumimoji="1" lang="ja-JP"/>
              <a:t>マスター テキストの書式設定</a:t>
            </a:r>
          </a:p>
        </p:txBody>
      </p:sp>
      <p:sp>
        <p:nvSpPr>
          <p:cNvPr id="13" name="テキスト プレースホルダー 9">
            <a:extLst>
              <a:ext uri="{FF2B5EF4-FFF2-40B4-BE49-F238E27FC236}">
                <a16:creationId xmlns:a16="http://schemas.microsoft.com/office/drawing/2014/main" id="{41A465AC-662D-7947-956F-A1EA49EA4B92}"/>
              </a:ext>
            </a:extLst>
          </p:cNvPr>
          <p:cNvSpPr>
            <a:spLocks noGrp="1"/>
          </p:cNvSpPr>
          <p:nvPr>
            <p:ph type="body" sz="quarter" idx="13"/>
          </p:nvPr>
        </p:nvSpPr>
        <p:spPr>
          <a:xfrm>
            <a:off x="6300000" y="3960000"/>
            <a:ext cx="5220000" cy="360000"/>
          </a:xfrm>
          <a:prstGeom prst="rect">
            <a:avLst/>
          </a:prstGeom>
        </p:spPr>
        <p:txBody>
          <a:bodyPr lIns="0" tIns="0" rIns="0" bIns="0" numCol="1"/>
          <a:lstStyle>
            <a:lvl1pPr marL="0" indent="0">
              <a:lnSpc>
                <a:spcPct val="100000"/>
              </a:lnSpc>
              <a:buNone/>
              <a:defRPr sz="1800">
                <a:solidFill>
                  <a:schemeClr val="tx2"/>
                </a:solidFill>
              </a:defRPr>
            </a:lvl1pPr>
          </a:lstStyle>
          <a:p>
            <a:pPr lvl="0"/>
            <a:r>
              <a:rPr kumimoji="1" lang="ja-JP"/>
              <a:t>マスター テキストの書式設定</a:t>
            </a:r>
          </a:p>
        </p:txBody>
      </p:sp>
      <p:sp>
        <p:nvSpPr>
          <p:cNvPr id="14" name="テキスト プレースホルダー 11">
            <a:extLst>
              <a:ext uri="{FF2B5EF4-FFF2-40B4-BE49-F238E27FC236}">
                <a16:creationId xmlns:a16="http://schemas.microsoft.com/office/drawing/2014/main" id="{4E81BB43-84C4-FB46-937E-066DA45F7EC5}"/>
              </a:ext>
            </a:extLst>
          </p:cNvPr>
          <p:cNvSpPr>
            <a:spLocks noGrp="1"/>
          </p:cNvSpPr>
          <p:nvPr>
            <p:ph type="body" sz="quarter" idx="14"/>
          </p:nvPr>
        </p:nvSpPr>
        <p:spPr>
          <a:xfrm>
            <a:off x="6300000" y="4320000"/>
            <a:ext cx="5220000" cy="1800000"/>
          </a:xfrm>
          <a:prstGeom prst="rect">
            <a:avLst/>
          </a:prstGeom>
        </p:spPr>
        <p:txBody>
          <a:bodyPr lIns="0" tIns="0" rIns="0" bIns="0" numCol="1"/>
          <a:lstStyle>
            <a:lvl1pPr marL="0" indent="0">
              <a:lnSpc>
                <a:spcPct val="150000"/>
              </a:lnSpc>
              <a:buNone/>
              <a:defRPr sz="1600">
                <a:solidFill>
                  <a:schemeClr val="tx1"/>
                </a:solidFill>
              </a:defRPr>
            </a:lvl1pPr>
          </a:lstStyle>
          <a:p>
            <a:pPr lvl="0"/>
            <a:r>
              <a:rPr kumimoji="1" lang="ja-JP"/>
              <a:t>マスター テキストの書式設定</a:t>
            </a:r>
          </a:p>
        </p:txBody>
      </p:sp>
    </p:spTree>
    <p:extLst>
      <p:ext uri="{BB962C8B-B14F-4D97-AF65-F5344CB8AC3E}">
        <p14:creationId xmlns:p14="http://schemas.microsoft.com/office/powerpoint/2010/main" val="667103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スタイル(4)［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D60597-B544-E247-A5CF-6156225311F4}"/>
              </a:ext>
            </a:extLst>
          </p:cNvPr>
          <p:cNvSpPr>
            <a:spLocks noGrp="1"/>
          </p:cNvSpPr>
          <p:nvPr>
            <p:ph type="ctrTitle"/>
          </p:nvPr>
        </p:nvSpPr>
        <p:spPr>
          <a:xfrm>
            <a:off x="900000" y="180000"/>
            <a:ext cx="5220000" cy="720000"/>
          </a:xfrm>
          <a:prstGeom prst="rect">
            <a:avLst/>
          </a:prstGeom>
        </p:spPr>
        <p:txBody>
          <a:bodyPr lIns="0" tIns="0" rIns="0" bIns="0" numCol="1" anchor="ctr" anchorCtr="0"/>
          <a:lstStyle>
            <a:lvl1pPr algn="l">
              <a:defRPr sz="24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5006E59D-7603-2849-84FA-3779692D1EB9}"/>
              </a:ext>
            </a:extLst>
          </p:cNvPr>
          <p:cNvSpPr>
            <a:spLocks noGrp="1"/>
          </p:cNvSpPr>
          <p:nvPr>
            <p:ph type="subTitle" idx="1"/>
          </p:nvPr>
        </p:nvSpPr>
        <p:spPr>
          <a:xfrm>
            <a:off x="6120000" y="180000"/>
            <a:ext cx="5220000" cy="720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10" name="正方形/長方形 9">
            <a:extLst>
              <a:ext uri="{FF2B5EF4-FFF2-40B4-BE49-F238E27FC236}">
                <a16:creationId xmlns:a16="http://schemas.microsoft.com/office/drawing/2014/main" id="{BCE079B7-7DD3-1343-9AE1-FCD74D416CEB}"/>
              </a:ext>
            </a:extLst>
          </p:cNvPr>
          <p:cNvSpPr/>
          <p:nvPr userDrawn="1"/>
        </p:nvSpPr>
        <p:spPr>
          <a:xfrm>
            <a:off x="815998" y="4680000"/>
            <a:ext cx="504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1" name="正方形/長方形 10">
            <a:extLst>
              <a:ext uri="{FF2B5EF4-FFF2-40B4-BE49-F238E27FC236}">
                <a16:creationId xmlns:a16="http://schemas.microsoft.com/office/drawing/2014/main" id="{D4214005-8FFD-3B4F-A3A8-9A985CA21AD6}"/>
              </a:ext>
            </a:extLst>
          </p:cNvPr>
          <p:cNvSpPr/>
          <p:nvPr userDrawn="1"/>
        </p:nvSpPr>
        <p:spPr>
          <a:xfrm>
            <a:off x="6335996" y="4680000"/>
            <a:ext cx="504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2" name="テキスト プレースホルダー 7">
            <a:extLst>
              <a:ext uri="{FF2B5EF4-FFF2-40B4-BE49-F238E27FC236}">
                <a16:creationId xmlns:a16="http://schemas.microsoft.com/office/drawing/2014/main" id="{E8A88A5A-C8F3-394E-9F9A-B01BF54A1ADD}"/>
              </a:ext>
            </a:extLst>
          </p:cNvPr>
          <p:cNvSpPr>
            <a:spLocks noGrp="1"/>
          </p:cNvSpPr>
          <p:nvPr>
            <p:ph type="body" sz="quarter" idx="20"/>
          </p:nvPr>
        </p:nvSpPr>
        <p:spPr>
          <a:xfrm>
            <a:off x="7415996" y="5040000"/>
            <a:ext cx="3960000" cy="1080000"/>
          </a:xfrm>
          <a:prstGeom prst="rect">
            <a:avLst/>
          </a:prstGeom>
          <a:solidFill>
            <a:schemeClr val="tx2">
              <a:alpha val="9804"/>
            </a:schemeClr>
          </a:solidFill>
        </p:spPr>
        <p:txBody>
          <a:bodyPr lIns="108000" tIns="108000" rIns="108000" bIns="108000" numCol="1"/>
          <a:lstStyle>
            <a:lvl1pPr marL="0" indent="0" algn="just">
              <a:lnSpc>
                <a:spcPct val="150000"/>
              </a:lnSpc>
              <a:buNone/>
              <a:defRPr sz="1200">
                <a:solidFill>
                  <a:schemeClr val="tx2"/>
                </a:solidFill>
              </a:defRPr>
            </a:lvl1pPr>
          </a:lstStyle>
          <a:p>
            <a:pPr lvl="0"/>
            <a:endParaRPr kumimoji="1" lang="ja-JP"/>
          </a:p>
        </p:txBody>
      </p:sp>
      <p:sp>
        <p:nvSpPr>
          <p:cNvPr id="13" name="テキスト プレースホルダー 7">
            <a:extLst>
              <a:ext uri="{FF2B5EF4-FFF2-40B4-BE49-F238E27FC236}">
                <a16:creationId xmlns:a16="http://schemas.microsoft.com/office/drawing/2014/main" id="{3CB32371-F8C8-BC4D-9953-5CAA971C956D}"/>
              </a:ext>
            </a:extLst>
          </p:cNvPr>
          <p:cNvSpPr>
            <a:spLocks noGrp="1"/>
          </p:cNvSpPr>
          <p:nvPr>
            <p:ph type="body" sz="quarter" idx="21" hasCustomPrompt="1"/>
          </p:nvPr>
        </p:nvSpPr>
        <p:spPr>
          <a:xfrm>
            <a:off x="7415998" y="4680000"/>
            <a:ext cx="3960000" cy="360000"/>
          </a:xfrm>
          <a:prstGeom prst="rect">
            <a:avLst/>
          </a:prstGeom>
          <a:solidFill>
            <a:schemeClr val="tx2">
              <a:alpha val="64706"/>
            </a:schemeClr>
          </a:solidFill>
        </p:spPr>
        <p:txBody>
          <a:bodyPr lIns="108000" tIns="0" rIns="0" bIns="0" numCol="1" anchor="ctr" anchorCtr="0"/>
          <a:lstStyle>
            <a:lvl1pPr marL="0" indent="0" algn="l">
              <a:lnSpc>
                <a:spcPct val="100000"/>
              </a:lnSpc>
              <a:buNone/>
              <a:defRPr sz="1600">
                <a:solidFill>
                  <a:schemeClr val="bg1"/>
                </a:solidFill>
              </a:defRPr>
            </a:lvl1pPr>
          </a:lstStyle>
          <a:p>
            <a:pPr lvl="0"/>
            <a:r>
              <a:rPr kumimoji="1" lang="ja-JP"/>
              <a:t>テキストの書式設定</a:t>
            </a:r>
          </a:p>
        </p:txBody>
      </p:sp>
      <p:sp>
        <p:nvSpPr>
          <p:cNvPr id="14" name="図プレースホルダー 22">
            <a:extLst>
              <a:ext uri="{FF2B5EF4-FFF2-40B4-BE49-F238E27FC236}">
                <a16:creationId xmlns:a16="http://schemas.microsoft.com/office/drawing/2014/main" id="{12857734-B78F-3B4A-9D79-D5DE576FB7F4}"/>
              </a:ext>
            </a:extLst>
          </p:cNvPr>
          <p:cNvSpPr>
            <a:spLocks noGrp="1"/>
          </p:cNvSpPr>
          <p:nvPr>
            <p:ph type="pic" sz="quarter" idx="22"/>
          </p:nvPr>
        </p:nvSpPr>
        <p:spPr>
          <a:xfrm>
            <a:off x="6335996" y="4680000"/>
            <a:ext cx="1080000" cy="1440000"/>
          </a:xfrm>
          <a:prstGeom prst="rect">
            <a:avLst/>
          </a:prstGeom>
          <a:solidFill>
            <a:schemeClr val="bg1">
              <a:lumMod val="75000"/>
            </a:schemeClr>
          </a:solidFill>
        </p:spPr>
        <p:txBody>
          <a:bodyPr lIns="0" tIns="0" rIns="0" bIns="0" numCol="1" anchor="ctr" anchorCtr="0"/>
          <a:lstStyle>
            <a:lvl1pPr marL="0" indent="0" algn="ctr">
              <a:buNone/>
              <a:defRPr sz="1200"/>
            </a:lvl1pPr>
          </a:lstStyle>
          <a:p>
            <a:endParaRPr kumimoji="1" lang="en-US" altLang="ja-JP" dirty="0"/>
          </a:p>
        </p:txBody>
      </p:sp>
      <p:sp>
        <p:nvSpPr>
          <p:cNvPr id="15" name="テキスト プレースホルダー 7">
            <a:extLst>
              <a:ext uri="{FF2B5EF4-FFF2-40B4-BE49-F238E27FC236}">
                <a16:creationId xmlns:a16="http://schemas.microsoft.com/office/drawing/2014/main" id="{CF9053E4-FEFD-E84F-9EDB-D469D7A5DD96}"/>
              </a:ext>
            </a:extLst>
          </p:cNvPr>
          <p:cNvSpPr>
            <a:spLocks noGrp="1"/>
          </p:cNvSpPr>
          <p:nvPr>
            <p:ph type="body" sz="quarter" idx="24"/>
          </p:nvPr>
        </p:nvSpPr>
        <p:spPr>
          <a:xfrm>
            <a:off x="815996" y="4680000"/>
            <a:ext cx="5039996" cy="1440000"/>
          </a:xfrm>
          <a:prstGeom prst="rect">
            <a:avLst/>
          </a:prstGeom>
          <a:solidFill>
            <a:schemeClr val="tx2">
              <a:alpha val="9804"/>
            </a:schemeClr>
          </a:solidFill>
        </p:spPr>
        <p:txBody>
          <a:bodyPr lIns="180000" tIns="180000" rIns="180000" bIns="180000" numCol="1" anchor="t" anchorCtr="0"/>
          <a:lstStyle>
            <a:lvl1pPr marL="0" indent="0" algn="just">
              <a:lnSpc>
                <a:spcPct val="150000"/>
              </a:lnSpc>
              <a:buNone/>
              <a:defRPr sz="1600" i="1">
                <a:solidFill>
                  <a:schemeClr val="tx2"/>
                </a:solidFill>
              </a:defRPr>
            </a:lvl1pPr>
          </a:lstStyle>
          <a:p>
            <a:pPr lvl="0"/>
            <a:endParaRPr kumimoji="1" lang="ja-JP"/>
          </a:p>
        </p:txBody>
      </p:sp>
      <p:sp>
        <p:nvSpPr>
          <p:cNvPr id="16" name="Date Placeholder 3">
            <a:extLst>
              <a:ext uri="{FF2B5EF4-FFF2-40B4-BE49-F238E27FC236}">
                <a16:creationId xmlns:a16="http://schemas.microsoft.com/office/drawing/2014/main" id="{A8372621-D7A0-9645-A50D-610AF16E3A33}"/>
              </a:ext>
            </a:extLst>
          </p:cNvPr>
          <p:cNvSpPr>
            <a:spLocks noGrp="1"/>
          </p:cNvSpPr>
          <p:nvPr>
            <p:ph type="dt" sz="half" idx="2"/>
          </p:nvPr>
        </p:nvSpPr>
        <p:spPr>
          <a:xfrm>
            <a:off x="4895997" y="6372000"/>
            <a:ext cx="2400000" cy="180000"/>
          </a:xfrm>
          <a:prstGeom prst="rect">
            <a:avLst/>
          </a:prstGeom>
        </p:spPr>
        <p:txBody>
          <a:bodyPr lIns="0" tIns="0" rIns="0" bIns="0" numCol="1" anchor="ctr" anchorCtr="0"/>
          <a:lstStyle>
            <a:lvl1pPr algn="ctr">
              <a:defRPr sz="1000" i="0">
                <a:solidFill>
                  <a:schemeClr val="bg1"/>
                </a:solidFill>
              </a:defRPr>
            </a:lvl1pPr>
          </a:lstStyle>
          <a:p>
            <a:fld id="{C1F09EB9-19F5-124A-93E9-7DD5FE94FAFE}" type="datetime1">
              <a:rPr lang="en-US" altLang="ja-JP" smtClean="0"/>
              <a:t>5/19/26</a:t>
            </a:fld>
            <a:endParaRPr lang="en-US" dirty="0"/>
          </a:p>
        </p:txBody>
      </p:sp>
      <p:sp>
        <p:nvSpPr>
          <p:cNvPr id="17" name="Footer Placeholder 4">
            <a:extLst>
              <a:ext uri="{FF2B5EF4-FFF2-40B4-BE49-F238E27FC236}">
                <a16:creationId xmlns:a16="http://schemas.microsoft.com/office/drawing/2014/main" id="{CBD60959-6BE9-6E42-9448-8602E27F4436}"/>
              </a:ext>
            </a:extLst>
          </p:cNvPr>
          <p:cNvSpPr>
            <a:spLocks noGrp="1"/>
          </p:cNvSpPr>
          <p:nvPr>
            <p:ph type="ftr" sz="quarter" idx="3"/>
          </p:nvPr>
        </p:nvSpPr>
        <p:spPr>
          <a:xfrm>
            <a:off x="480000" y="6372000"/>
            <a:ext cx="2400000" cy="180000"/>
          </a:xfrm>
          <a:prstGeom prst="rect">
            <a:avLst/>
          </a:prstGeom>
        </p:spPr>
        <p:txBody>
          <a:bodyPr lIns="0" tIns="0" rIns="0" bIns="0" numCol="1" anchor="ctr" anchorCtr="0"/>
          <a:lstStyle>
            <a:lvl1pPr>
              <a:defRPr sz="1000" i="0">
                <a:solidFill>
                  <a:schemeClr val="bg1"/>
                </a:solidFill>
              </a:defRPr>
            </a:lvl1pPr>
          </a:lstStyle>
          <a:p>
            <a:r>
              <a:rPr lang="en-US" dirty="0"/>
              <a:t>Tohoku University</a:t>
            </a:r>
          </a:p>
        </p:txBody>
      </p:sp>
      <p:sp>
        <p:nvSpPr>
          <p:cNvPr id="18" name="Slide Number Placeholder 5">
            <a:extLst>
              <a:ext uri="{FF2B5EF4-FFF2-40B4-BE49-F238E27FC236}">
                <a16:creationId xmlns:a16="http://schemas.microsoft.com/office/drawing/2014/main" id="{7778FA6E-0949-BB47-87D8-C782283292B9}"/>
              </a:ext>
            </a:extLst>
          </p:cNvPr>
          <p:cNvSpPr>
            <a:spLocks noGrp="1"/>
          </p:cNvSpPr>
          <p:nvPr>
            <p:ph type="sldNum" sz="quarter" idx="4"/>
          </p:nvPr>
        </p:nvSpPr>
        <p:spPr>
          <a:xfrm>
            <a:off x="9311996" y="6372000"/>
            <a:ext cx="2400000" cy="180000"/>
          </a:xfrm>
          <a:prstGeom prst="rect">
            <a:avLst/>
          </a:prstGeom>
        </p:spPr>
        <p:txBody>
          <a:bodyPr lIns="0" tIns="0" rIns="0" bIns="0" numCol="1" anchor="ctr" anchorCtr="0"/>
          <a:lstStyle>
            <a:lvl1pPr algn="r">
              <a:defRPr sz="1000" i="0">
                <a:solidFill>
                  <a:schemeClr val="bg1"/>
                </a:solidFill>
              </a:defRPr>
            </a:lvl1pPr>
          </a:lstStyle>
          <a:p>
            <a:fld id="{4CD77608-3819-479B-BB98-C216BA724EFE}" type="slidenum">
              <a:rPr lang="en-US" smtClean="0"/>
              <a:pPr/>
              <a:t>‹#›</a:t>
            </a:fld>
            <a:endParaRPr lang="en-US" dirty="0"/>
          </a:p>
        </p:txBody>
      </p:sp>
    </p:spTree>
    <p:extLst>
      <p:ext uri="{BB962C8B-B14F-4D97-AF65-F5344CB8AC3E}">
        <p14:creationId xmlns:p14="http://schemas.microsoft.com/office/powerpoint/2010/main" val="3146719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スタイル(4)［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D60597-B544-E247-A5CF-6156225311F4}"/>
              </a:ext>
            </a:extLst>
          </p:cNvPr>
          <p:cNvSpPr>
            <a:spLocks noGrp="1"/>
          </p:cNvSpPr>
          <p:nvPr>
            <p:ph type="ctrTitle"/>
          </p:nvPr>
        </p:nvSpPr>
        <p:spPr>
          <a:xfrm>
            <a:off x="900000" y="180000"/>
            <a:ext cx="5220000" cy="720000"/>
          </a:xfrm>
          <a:prstGeom prst="rect">
            <a:avLst/>
          </a:prstGeom>
        </p:spPr>
        <p:txBody>
          <a:bodyPr lIns="0" tIns="0" rIns="0" bIns="0" numCol="1" anchor="ctr" anchorCtr="0"/>
          <a:lstStyle>
            <a:lvl1pPr algn="l">
              <a:defRPr sz="24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5006E59D-7603-2849-84FA-3779692D1EB9}"/>
              </a:ext>
            </a:extLst>
          </p:cNvPr>
          <p:cNvSpPr>
            <a:spLocks noGrp="1"/>
          </p:cNvSpPr>
          <p:nvPr>
            <p:ph type="subTitle" idx="1"/>
          </p:nvPr>
        </p:nvSpPr>
        <p:spPr>
          <a:xfrm>
            <a:off x="6120000" y="180000"/>
            <a:ext cx="5220000" cy="720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10" name="正方形/長方形 9">
            <a:extLst>
              <a:ext uri="{FF2B5EF4-FFF2-40B4-BE49-F238E27FC236}">
                <a16:creationId xmlns:a16="http://schemas.microsoft.com/office/drawing/2014/main" id="{BCE079B7-7DD3-1343-9AE1-FCD74D416CEB}"/>
              </a:ext>
            </a:extLst>
          </p:cNvPr>
          <p:cNvSpPr/>
          <p:nvPr userDrawn="1"/>
        </p:nvSpPr>
        <p:spPr>
          <a:xfrm>
            <a:off x="815998" y="4680000"/>
            <a:ext cx="504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1" name="正方形/長方形 10">
            <a:extLst>
              <a:ext uri="{FF2B5EF4-FFF2-40B4-BE49-F238E27FC236}">
                <a16:creationId xmlns:a16="http://schemas.microsoft.com/office/drawing/2014/main" id="{D4214005-8FFD-3B4F-A3A8-9A985CA21AD6}"/>
              </a:ext>
            </a:extLst>
          </p:cNvPr>
          <p:cNvSpPr/>
          <p:nvPr userDrawn="1"/>
        </p:nvSpPr>
        <p:spPr>
          <a:xfrm>
            <a:off x="6335996" y="4680000"/>
            <a:ext cx="5040000" cy="14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2" name="テキスト プレースホルダー 7">
            <a:extLst>
              <a:ext uri="{FF2B5EF4-FFF2-40B4-BE49-F238E27FC236}">
                <a16:creationId xmlns:a16="http://schemas.microsoft.com/office/drawing/2014/main" id="{E8A88A5A-C8F3-394E-9F9A-B01BF54A1ADD}"/>
              </a:ext>
            </a:extLst>
          </p:cNvPr>
          <p:cNvSpPr>
            <a:spLocks noGrp="1"/>
          </p:cNvSpPr>
          <p:nvPr>
            <p:ph type="body" sz="quarter" idx="20"/>
          </p:nvPr>
        </p:nvSpPr>
        <p:spPr>
          <a:xfrm>
            <a:off x="7415996" y="5040000"/>
            <a:ext cx="3960000" cy="1080000"/>
          </a:xfrm>
          <a:prstGeom prst="rect">
            <a:avLst/>
          </a:prstGeom>
          <a:solidFill>
            <a:schemeClr val="tx2">
              <a:alpha val="9804"/>
            </a:schemeClr>
          </a:solidFill>
        </p:spPr>
        <p:txBody>
          <a:bodyPr lIns="108000" tIns="108000" rIns="108000" bIns="108000" numCol="1"/>
          <a:lstStyle>
            <a:lvl1pPr marL="0" indent="0" algn="just">
              <a:lnSpc>
                <a:spcPct val="150000"/>
              </a:lnSpc>
              <a:buNone/>
              <a:defRPr sz="1200">
                <a:solidFill>
                  <a:schemeClr val="tx2"/>
                </a:solidFill>
              </a:defRPr>
            </a:lvl1pPr>
          </a:lstStyle>
          <a:p>
            <a:pPr lvl="0"/>
            <a:endParaRPr kumimoji="1" lang="ja-JP"/>
          </a:p>
        </p:txBody>
      </p:sp>
      <p:sp>
        <p:nvSpPr>
          <p:cNvPr id="13" name="テキスト プレースホルダー 7">
            <a:extLst>
              <a:ext uri="{FF2B5EF4-FFF2-40B4-BE49-F238E27FC236}">
                <a16:creationId xmlns:a16="http://schemas.microsoft.com/office/drawing/2014/main" id="{3CB32371-F8C8-BC4D-9953-5CAA971C956D}"/>
              </a:ext>
            </a:extLst>
          </p:cNvPr>
          <p:cNvSpPr>
            <a:spLocks noGrp="1"/>
          </p:cNvSpPr>
          <p:nvPr>
            <p:ph type="body" sz="quarter" idx="21" hasCustomPrompt="1"/>
          </p:nvPr>
        </p:nvSpPr>
        <p:spPr>
          <a:xfrm>
            <a:off x="7415998" y="4680000"/>
            <a:ext cx="3960000" cy="360000"/>
          </a:xfrm>
          <a:prstGeom prst="rect">
            <a:avLst/>
          </a:prstGeom>
          <a:solidFill>
            <a:schemeClr val="tx2">
              <a:alpha val="64706"/>
            </a:schemeClr>
          </a:solidFill>
        </p:spPr>
        <p:txBody>
          <a:bodyPr lIns="108000" tIns="0" rIns="0" bIns="0" numCol="1" anchor="ctr" anchorCtr="0"/>
          <a:lstStyle>
            <a:lvl1pPr marL="0" indent="0" algn="l">
              <a:lnSpc>
                <a:spcPct val="100000"/>
              </a:lnSpc>
              <a:buNone/>
              <a:defRPr sz="1600">
                <a:solidFill>
                  <a:schemeClr val="bg1"/>
                </a:solidFill>
              </a:defRPr>
            </a:lvl1pPr>
          </a:lstStyle>
          <a:p>
            <a:pPr lvl="0"/>
            <a:r>
              <a:rPr kumimoji="1" lang="ja-JP"/>
              <a:t>テキストの書式設定</a:t>
            </a:r>
          </a:p>
        </p:txBody>
      </p:sp>
      <p:sp>
        <p:nvSpPr>
          <p:cNvPr id="14" name="図プレースホルダー 22">
            <a:extLst>
              <a:ext uri="{FF2B5EF4-FFF2-40B4-BE49-F238E27FC236}">
                <a16:creationId xmlns:a16="http://schemas.microsoft.com/office/drawing/2014/main" id="{12857734-B78F-3B4A-9D79-D5DE576FB7F4}"/>
              </a:ext>
            </a:extLst>
          </p:cNvPr>
          <p:cNvSpPr>
            <a:spLocks noGrp="1"/>
          </p:cNvSpPr>
          <p:nvPr>
            <p:ph type="pic" sz="quarter" idx="22"/>
          </p:nvPr>
        </p:nvSpPr>
        <p:spPr>
          <a:xfrm>
            <a:off x="6335996" y="4680000"/>
            <a:ext cx="1080000" cy="1440000"/>
          </a:xfrm>
          <a:prstGeom prst="rect">
            <a:avLst/>
          </a:prstGeom>
          <a:solidFill>
            <a:schemeClr val="bg1">
              <a:lumMod val="75000"/>
            </a:schemeClr>
          </a:solidFill>
        </p:spPr>
        <p:txBody>
          <a:bodyPr lIns="0" tIns="0" rIns="0" bIns="0" numCol="1" anchor="ctr" anchorCtr="0"/>
          <a:lstStyle>
            <a:lvl1pPr marL="0" indent="0" algn="ctr">
              <a:buNone/>
              <a:defRPr sz="1200"/>
            </a:lvl1pPr>
          </a:lstStyle>
          <a:p>
            <a:endParaRPr kumimoji="1" lang="en-US" altLang="ja-JP" dirty="0"/>
          </a:p>
        </p:txBody>
      </p:sp>
      <p:sp>
        <p:nvSpPr>
          <p:cNvPr id="15" name="テキスト プレースホルダー 7">
            <a:extLst>
              <a:ext uri="{FF2B5EF4-FFF2-40B4-BE49-F238E27FC236}">
                <a16:creationId xmlns:a16="http://schemas.microsoft.com/office/drawing/2014/main" id="{CF9053E4-FEFD-E84F-9EDB-D469D7A5DD96}"/>
              </a:ext>
            </a:extLst>
          </p:cNvPr>
          <p:cNvSpPr>
            <a:spLocks noGrp="1"/>
          </p:cNvSpPr>
          <p:nvPr>
            <p:ph type="body" sz="quarter" idx="24"/>
          </p:nvPr>
        </p:nvSpPr>
        <p:spPr>
          <a:xfrm>
            <a:off x="815996" y="4680000"/>
            <a:ext cx="5039996" cy="1440000"/>
          </a:xfrm>
          <a:prstGeom prst="rect">
            <a:avLst/>
          </a:prstGeom>
          <a:solidFill>
            <a:schemeClr val="tx2">
              <a:alpha val="9804"/>
            </a:schemeClr>
          </a:solidFill>
        </p:spPr>
        <p:txBody>
          <a:bodyPr lIns="180000" tIns="180000" rIns="180000" bIns="180000" numCol="1" anchor="t" anchorCtr="0"/>
          <a:lstStyle>
            <a:lvl1pPr marL="0" indent="0" algn="just">
              <a:lnSpc>
                <a:spcPct val="150000"/>
              </a:lnSpc>
              <a:buNone/>
              <a:defRPr sz="1600" i="1">
                <a:solidFill>
                  <a:schemeClr val="tx2"/>
                </a:solidFill>
              </a:defRPr>
            </a:lvl1pPr>
          </a:lstStyle>
          <a:p>
            <a:pPr lvl="0"/>
            <a:endParaRPr kumimoji="1" lang="ja-JP"/>
          </a:p>
        </p:txBody>
      </p:sp>
      <p:sp>
        <p:nvSpPr>
          <p:cNvPr id="16" name="Date Placeholder 3">
            <a:extLst>
              <a:ext uri="{FF2B5EF4-FFF2-40B4-BE49-F238E27FC236}">
                <a16:creationId xmlns:a16="http://schemas.microsoft.com/office/drawing/2014/main" id="{CF3C6779-46C0-9D4A-89E4-57FA861870BC}"/>
              </a:ext>
            </a:extLst>
          </p:cNvPr>
          <p:cNvSpPr>
            <a:spLocks noGrp="1"/>
          </p:cNvSpPr>
          <p:nvPr>
            <p:ph type="dt" sz="half" idx="2"/>
          </p:nvPr>
        </p:nvSpPr>
        <p:spPr>
          <a:xfrm>
            <a:off x="4895997" y="6372000"/>
            <a:ext cx="2400000" cy="180000"/>
          </a:xfrm>
          <a:prstGeom prst="rect">
            <a:avLst/>
          </a:prstGeom>
        </p:spPr>
        <p:txBody>
          <a:bodyPr lIns="0" tIns="0" rIns="0" bIns="0" numCol="1" anchor="ctr" anchorCtr="0"/>
          <a:lstStyle>
            <a:lvl1pPr algn="ctr">
              <a:defRPr sz="1000" i="0">
                <a:solidFill>
                  <a:schemeClr val="bg1"/>
                </a:solidFill>
              </a:defRPr>
            </a:lvl1pPr>
          </a:lstStyle>
          <a:p>
            <a:fld id="{DD99676E-AF37-9349-AF9A-0E549FE9ADF9}" type="datetime1">
              <a:rPr lang="en-US" altLang="ja-JP" smtClean="0"/>
              <a:pPr/>
              <a:t>5/19/26</a:t>
            </a:fld>
            <a:endParaRPr lang="en-US" dirty="0"/>
          </a:p>
        </p:txBody>
      </p:sp>
      <p:sp>
        <p:nvSpPr>
          <p:cNvPr id="17" name="Footer Placeholder 4">
            <a:extLst>
              <a:ext uri="{FF2B5EF4-FFF2-40B4-BE49-F238E27FC236}">
                <a16:creationId xmlns:a16="http://schemas.microsoft.com/office/drawing/2014/main" id="{D556CE4E-0DDF-064A-9F12-609DE38035A8}"/>
              </a:ext>
            </a:extLst>
          </p:cNvPr>
          <p:cNvSpPr>
            <a:spLocks noGrp="1"/>
          </p:cNvSpPr>
          <p:nvPr>
            <p:ph type="ftr" sz="quarter" idx="3"/>
          </p:nvPr>
        </p:nvSpPr>
        <p:spPr>
          <a:xfrm>
            <a:off x="480000" y="6372000"/>
            <a:ext cx="2400000" cy="180000"/>
          </a:xfrm>
          <a:prstGeom prst="rect">
            <a:avLst/>
          </a:prstGeom>
        </p:spPr>
        <p:txBody>
          <a:bodyPr lIns="0" tIns="0" rIns="0" bIns="0" numCol="1" anchor="ctr" anchorCtr="0"/>
          <a:lstStyle>
            <a:lvl1pPr>
              <a:defRPr sz="1000" i="0">
                <a:solidFill>
                  <a:schemeClr val="bg1"/>
                </a:solidFill>
              </a:defRPr>
            </a:lvl1pPr>
          </a:lstStyle>
          <a:p>
            <a:r>
              <a:rPr lang="en-US"/>
              <a:t>Tohoku University</a:t>
            </a:r>
            <a:endParaRPr lang="en-US" dirty="0"/>
          </a:p>
        </p:txBody>
      </p:sp>
      <p:sp>
        <p:nvSpPr>
          <p:cNvPr id="18" name="Slide Number Placeholder 5">
            <a:extLst>
              <a:ext uri="{FF2B5EF4-FFF2-40B4-BE49-F238E27FC236}">
                <a16:creationId xmlns:a16="http://schemas.microsoft.com/office/drawing/2014/main" id="{90B9D176-DE81-B046-870E-619319F15138}"/>
              </a:ext>
            </a:extLst>
          </p:cNvPr>
          <p:cNvSpPr>
            <a:spLocks noGrp="1"/>
          </p:cNvSpPr>
          <p:nvPr>
            <p:ph type="sldNum" sz="quarter" idx="4"/>
          </p:nvPr>
        </p:nvSpPr>
        <p:spPr>
          <a:xfrm>
            <a:off x="9311996" y="6372000"/>
            <a:ext cx="2400000" cy="180000"/>
          </a:xfrm>
          <a:prstGeom prst="rect">
            <a:avLst/>
          </a:prstGeom>
        </p:spPr>
        <p:txBody>
          <a:bodyPr lIns="0" tIns="0" rIns="0" bIns="0" numCol="1" anchor="ctr" anchorCtr="0"/>
          <a:lstStyle>
            <a:lvl1pPr algn="r">
              <a:defRPr sz="1000" i="0">
                <a:solidFill>
                  <a:schemeClr val="bg1"/>
                </a:solidFill>
              </a:defRPr>
            </a:lvl1pPr>
          </a:lstStyle>
          <a:p>
            <a:fld id="{4CD77608-3819-479B-BB98-C216BA724EFE}" type="slidenum">
              <a:rPr lang="en-US" smtClean="0"/>
              <a:pPr/>
              <a:t>‹#›</a:t>
            </a:fld>
            <a:endParaRPr lang="en-US" dirty="0"/>
          </a:p>
        </p:txBody>
      </p:sp>
    </p:spTree>
    <p:extLst>
      <p:ext uri="{BB962C8B-B14F-4D97-AF65-F5344CB8AC3E}">
        <p14:creationId xmlns:p14="http://schemas.microsoft.com/office/powerpoint/2010/main" val="1965235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スタイル(5)［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25A957-6195-0443-9DF7-F81138B0C1CD}"/>
              </a:ext>
            </a:extLst>
          </p:cNvPr>
          <p:cNvSpPr>
            <a:spLocks noGrp="1"/>
          </p:cNvSpPr>
          <p:nvPr>
            <p:ph type="ctrTitle"/>
          </p:nvPr>
        </p:nvSpPr>
        <p:spPr>
          <a:xfrm>
            <a:off x="648000" y="360000"/>
            <a:ext cx="5220000" cy="432000"/>
          </a:xfrm>
          <a:prstGeom prst="rect">
            <a:avLst/>
          </a:prstGeom>
        </p:spPr>
        <p:txBody>
          <a:bodyPr lIns="0" tIns="0" rIns="0" bIns="0" numCol="1" anchor="ctr" anchorCtr="0"/>
          <a:lstStyle>
            <a:lvl1pPr algn="l">
              <a:defRPr sz="28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E71781BF-4CFE-9D4D-ABA7-F99747A7EDD5}"/>
              </a:ext>
            </a:extLst>
          </p:cNvPr>
          <p:cNvSpPr>
            <a:spLocks noGrp="1"/>
          </p:cNvSpPr>
          <p:nvPr>
            <p:ph type="subTitle" idx="1"/>
          </p:nvPr>
        </p:nvSpPr>
        <p:spPr>
          <a:xfrm>
            <a:off x="5940000" y="360000"/>
            <a:ext cx="5220000" cy="432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5" name="フッター プレースホルダー 4">
            <a:extLst>
              <a:ext uri="{FF2B5EF4-FFF2-40B4-BE49-F238E27FC236}">
                <a16:creationId xmlns:a16="http://schemas.microsoft.com/office/drawing/2014/main" id="{370CE13A-94D8-9541-B2B6-1FD26FC6B03B}"/>
              </a:ext>
            </a:extLst>
          </p:cNvPr>
          <p:cNvSpPr>
            <a:spLocks noGrp="1"/>
          </p:cNvSpPr>
          <p:nvPr>
            <p:ph type="ftr" sz="quarter" idx="11"/>
          </p:nvPr>
        </p:nvSpPr>
        <p:spPr>
          <a:xfrm>
            <a:off x="360000" y="6408000"/>
            <a:ext cx="2160000" cy="180000"/>
          </a:xfrm>
          <a:prstGeom prst="rect">
            <a:avLst/>
          </a:prstGeom>
        </p:spPr>
        <p:txBody>
          <a:bodyPr lIns="0" tIns="0" rIns="0" bIns="0" numCol="1" anchor="ctr" anchorCtr="0"/>
          <a:lstStyle>
            <a:lvl1pPr>
              <a:defRPr sz="1000">
                <a:solidFill>
                  <a:schemeClr val="bg1"/>
                </a:solidFill>
                <a:latin typeface="+mn-lt"/>
              </a:defRPr>
            </a:lvl1pPr>
          </a:lstStyle>
          <a:p>
            <a:endParaRPr lang="ja-JP"/>
          </a:p>
        </p:txBody>
      </p:sp>
      <p:sp>
        <p:nvSpPr>
          <p:cNvPr id="6" name="スライド番号プレースホルダー 5">
            <a:extLst>
              <a:ext uri="{FF2B5EF4-FFF2-40B4-BE49-F238E27FC236}">
                <a16:creationId xmlns:a16="http://schemas.microsoft.com/office/drawing/2014/main" id="{79B5A775-57DC-D146-A21C-DD31AEDDEDD7}"/>
              </a:ext>
            </a:extLst>
          </p:cNvPr>
          <p:cNvSpPr>
            <a:spLocks noGrp="1"/>
          </p:cNvSpPr>
          <p:nvPr>
            <p:ph type="sldNum" sz="quarter" idx="12"/>
          </p:nvPr>
        </p:nvSpPr>
        <p:spPr>
          <a:xfrm>
            <a:off x="5016000" y="6408000"/>
            <a:ext cx="2160000" cy="180000"/>
          </a:xfrm>
          <a:prstGeom prst="rect">
            <a:avLst/>
          </a:prstGeom>
        </p:spPr>
        <p:txBody>
          <a:bodyPr lIns="0" tIns="0" rIns="0" bIns="0" numCol="1" anchor="ctr" anchorCtr="0"/>
          <a:lstStyle>
            <a:lvl1pPr algn="ctr">
              <a:defRPr sz="1000">
                <a:solidFill>
                  <a:schemeClr val="bg1"/>
                </a:solidFill>
                <a:latin typeface="+mn-lt"/>
              </a:defRPr>
            </a:lvl1pPr>
          </a:lstStyle>
          <a:p>
            <a:fld id="{4152B965-439F-E444-93A5-1A215C331C1D}" type="slidenum">
              <a:rPr lang="en-US" altLang="ja-JP" smtClean="0"/>
              <a:pPr/>
              <a:t>‹#›</a:t>
            </a:fld>
            <a:endParaRPr lang="ja-JP"/>
          </a:p>
        </p:txBody>
      </p:sp>
      <p:sp>
        <p:nvSpPr>
          <p:cNvPr id="7" name="正方形/長方形 6">
            <a:extLst>
              <a:ext uri="{FF2B5EF4-FFF2-40B4-BE49-F238E27FC236}">
                <a16:creationId xmlns:a16="http://schemas.microsoft.com/office/drawing/2014/main" id="{127E221F-2649-9B41-959F-FD131A9D2FE0}"/>
              </a:ext>
            </a:extLst>
          </p:cNvPr>
          <p:cNvSpPr/>
          <p:nvPr userDrawn="1"/>
        </p:nvSpPr>
        <p:spPr>
          <a:xfrm>
            <a:off x="360000" y="360000"/>
            <a:ext cx="108000" cy="43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Tree>
    <p:extLst>
      <p:ext uri="{BB962C8B-B14F-4D97-AF65-F5344CB8AC3E}">
        <p14:creationId xmlns:p14="http://schemas.microsoft.com/office/powerpoint/2010/main" val="2185578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スタイル(5)［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25A957-6195-0443-9DF7-F81138B0C1CD}"/>
              </a:ext>
            </a:extLst>
          </p:cNvPr>
          <p:cNvSpPr>
            <a:spLocks noGrp="1"/>
          </p:cNvSpPr>
          <p:nvPr>
            <p:ph type="ctrTitle"/>
          </p:nvPr>
        </p:nvSpPr>
        <p:spPr>
          <a:xfrm>
            <a:off x="648000" y="360000"/>
            <a:ext cx="5220000" cy="432000"/>
          </a:xfrm>
          <a:prstGeom prst="rect">
            <a:avLst/>
          </a:prstGeom>
        </p:spPr>
        <p:txBody>
          <a:bodyPr lIns="0" tIns="0" rIns="0" bIns="0" numCol="1" anchor="ctr" anchorCtr="0"/>
          <a:lstStyle>
            <a:lvl1pPr algn="l">
              <a:defRPr sz="28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E71781BF-4CFE-9D4D-ABA7-F99747A7EDD5}"/>
              </a:ext>
            </a:extLst>
          </p:cNvPr>
          <p:cNvSpPr>
            <a:spLocks noGrp="1"/>
          </p:cNvSpPr>
          <p:nvPr>
            <p:ph type="subTitle" idx="1"/>
          </p:nvPr>
        </p:nvSpPr>
        <p:spPr>
          <a:xfrm>
            <a:off x="5940000" y="360000"/>
            <a:ext cx="5220000" cy="432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5" name="フッター プレースホルダー 4">
            <a:extLst>
              <a:ext uri="{FF2B5EF4-FFF2-40B4-BE49-F238E27FC236}">
                <a16:creationId xmlns:a16="http://schemas.microsoft.com/office/drawing/2014/main" id="{370CE13A-94D8-9541-B2B6-1FD26FC6B03B}"/>
              </a:ext>
            </a:extLst>
          </p:cNvPr>
          <p:cNvSpPr>
            <a:spLocks noGrp="1"/>
          </p:cNvSpPr>
          <p:nvPr>
            <p:ph type="ftr" sz="quarter" idx="11"/>
          </p:nvPr>
        </p:nvSpPr>
        <p:spPr>
          <a:xfrm>
            <a:off x="360000" y="6408000"/>
            <a:ext cx="2160000" cy="180000"/>
          </a:xfrm>
          <a:prstGeom prst="rect">
            <a:avLst/>
          </a:prstGeom>
        </p:spPr>
        <p:txBody>
          <a:bodyPr lIns="0" tIns="0" rIns="0" bIns="0" numCol="1" anchor="ctr" anchorCtr="0"/>
          <a:lstStyle>
            <a:lvl1pPr>
              <a:defRPr sz="1000">
                <a:solidFill>
                  <a:schemeClr val="bg1"/>
                </a:solidFill>
                <a:latin typeface="+mn-lt"/>
              </a:defRPr>
            </a:lvl1pPr>
          </a:lstStyle>
          <a:p>
            <a:endParaRPr lang="ja-JP"/>
          </a:p>
        </p:txBody>
      </p:sp>
      <p:sp>
        <p:nvSpPr>
          <p:cNvPr id="6" name="スライド番号プレースホルダー 5">
            <a:extLst>
              <a:ext uri="{FF2B5EF4-FFF2-40B4-BE49-F238E27FC236}">
                <a16:creationId xmlns:a16="http://schemas.microsoft.com/office/drawing/2014/main" id="{79B5A775-57DC-D146-A21C-DD31AEDDEDD7}"/>
              </a:ext>
            </a:extLst>
          </p:cNvPr>
          <p:cNvSpPr>
            <a:spLocks noGrp="1"/>
          </p:cNvSpPr>
          <p:nvPr>
            <p:ph type="sldNum" sz="quarter" idx="12"/>
          </p:nvPr>
        </p:nvSpPr>
        <p:spPr>
          <a:xfrm>
            <a:off x="5016000" y="6408000"/>
            <a:ext cx="2160000" cy="180000"/>
          </a:xfrm>
          <a:prstGeom prst="rect">
            <a:avLst/>
          </a:prstGeom>
        </p:spPr>
        <p:txBody>
          <a:bodyPr lIns="0" tIns="0" rIns="0" bIns="0" numCol="1" anchor="ctr" anchorCtr="0"/>
          <a:lstStyle>
            <a:lvl1pPr algn="ctr">
              <a:defRPr sz="1000">
                <a:solidFill>
                  <a:schemeClr val="bg1"/>
                </a:solidFill>
                <a:latin typeface="+mn-lt"/>
              </a:defRPr>
            </a:lvl1pPr>
          </a:lstStyle>
          <a:p>
            <a:fld id="{4152B965-439F-E444-93A5-1A215C331C1D}" type="slidenum">
              <a:rPr lang="en-US" altLang="ja-JP" smtClean="0"/>
              <a:pPr/>
              <a:t>‹#›</a:t>
            </a:fld>
            <a:endParaRPr lang="ja-JP"/>
          </a:p>
        </p:txBody>
      </p:sp>
      <p:sp>
        <p:nvSpPr>
          <p:cNvPr id="7" name="正方形/長方形 6">
            <a:extLst>
              <a:ext uri="{FF2B5EF4-FFF2-40B4-BE49-F238E27FC236}">
                <a16:creationId xmlns:a16="http://schemas.microsoft.com/office/drawing/2014/main" id="{127E221F-2649-9B41-959F-FD131A9D2FE0}"/>
              </a:ext>
            </a:extLst>
          </p:cNvPr>
          <p:cNvSpPr/>
          <p:nvPr userDrawn="1"/>
        </p:nvSpPr>
        <p:spPr>
          <a:xfrm>
            <a:off x="360000" y="360000"/>
            <a:ext cx="108000" cy="432000"/>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Tree>
    <p:extLst>
      <p:ext uri="{BB962C8B-B14F-4D97-AF65-F5344CB8AC3E}">
        <p14:creationId xmlns:p14="http://schemas.microsoft.com/office/powerpoint/2010/main" val="33044394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スタイル(6)［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29DC95-8227-654B-9DBD-55886B4E9BC5}"/>
              </a:ext>
            </a:extLst>
          </p:cNvPr>
          <p:cNvSpPr>
            <a:spLocks noGrp="1"/>
          </p:cNvSpPr>
          <p:nvPr>
            <p:ph type="ctrTitle"/>
          </p:nvPr>
        </p:nvSpPr>
        <p:spPr>
          <a:xfrm>
            <a:off x="792000" y="540000"/>
            <a:ext cx="5220000" cy="432000"/>
          </a:xfrm>
          <a:prstGeom prst="rect">
            <a:avLst/>
          </a:prstGeom>
        </p:spPr>
        <p:txBody>
          <a:bodyPr lIns="0" tIns="0" rIns="0" bIns="0" numCol="1" anchor="ctr" anchorCtr="0"/>
          <a:lstStyle>
            <a:lvl1pPr algn="l">
              <a:defRPr sz="28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787BEF7D-A985-1041-9DBC-DAFF7582E061}"/>
              </a:ext>
            </a:extLst>
          </p:cNvPr>
          <p:cNvSpPr>
            <a:spLocks noGrp="1"/>
          </p:cNvSpPr>
          <p:nvPr>
            <p:ph type="subTitle" idx="1"/>
          </p:nvPr>
        </p:nvSpPr>
        <p:spPr>
          <a:xfrm>
            <a:off x="6012000" y="540000"/>
            <a:ext cx="5220000" cy="432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5" name="フッター プレースホルダー 4">
            <a:extLst>
              <a:ext uri="{FF2B5EF4-FFF2-40B4-BE49-F238E27FC236}">
                <a16:creationId xmlns:a16="http://schemas.microsoft.com/office/drawing/2014/main" id="{81670F3C-325B-3F45-A72E-422A4E83E6A9}"/>
              </a:ext>
            </a:extLst>
          </p:cNvPr>
          <p:cNvSpPr>
            <a:spLocks noGrp="1"/>
          </p:cNvSpPr>
          <p:nvPr>
            <p:ph type="ftr" sz="quarter" idx="11"/>
          </p:nvPr>
        </p:nvSpPr>
        <p:spPr>
          <a:xfrm>
            <a:off x="252000" y="6408000"/>
            <a:ext cx="2160000" cy="180000"/>
          </a:xfrm>
          <a:prstGeom prst="rect">
            <a:avLst/>
          </a:prstGeom>
        </p:spPr>
        <p:txBody>
          <a:bodyPr lIns="0" tIns="0" rIns="0" bIns="0" numCol="1" anchor="ctr" anchorCtr="0"/>
          <a:lstStyle>
            <a:lvl1pPr>
              <a:defRPr sz="1000">
                <a:solidFill>
                  <a:schemeClr val="bg1"/>
                </a:solidFill>
              </a:defRPr>
            </a:lvl1pPr>
          </a:lstStyle>
          <a:p>
            <a:endParaRPr lang="ja-JP"/>
          </a:p>
        </p:txBody>
      </p:sp>
      <p:sp>
        <p:nvSpPr>
          <p:cNvPr id="6" name="スライド番号プレースホルダー 5">
            <a:extLst>
              <a:ext uri="{FF2B5EF4-FFF2-40B4-BE49-F238E27FC236}">
                <a16:creationId xmlns:a16="http://schemas.microsoft.com/office/drawing/2014/main" id="{262AA861-D72C-2549-B50A-F901727B4EB2}"/>
              </a:ext>
            </a:extLst>
          </p:cNvPr>
          <p:cNvSpPr>
            <a:spLocks noGrp="1"/>
          </p:cNvSpPr>
          <p:nvPr>
            <p:ph type="sldNum" sz="quarter" idx="12"/>
          </p:nvPr>
        </p:nvSpPr>
        <p:spPr>
          <a:xfrm>
            <a:off x="5016000" y="6408000"/>
            <a:ext cx="2160000" cy="180000"/>
          </a:xfrm>
          <a:prstGeom prst="rect">
            <a:avLst/>
          </a:prstGeom>
        </p:spPr>
        <p:txBody>
          <a:bodyPr lIns="0" tIns="0" rIns="0" bIns="0" numCol="1" anchor="ctr" anchorCtr="0"/>
          <a:lstStyle>
            <a:lvl1pPr algn="ctr">
              <a:defRPr sz="1000">
                <a:solidFill>
                  <a:schemeClr val="bg1"/>
                </a:solidFill>
              </a:defRPr>
            </a:lvl1pPr>
          </a:lstStyle>
          <a:p>
            <a:fld id="{85A1C864-ECBF-2E42-BA95-8D4FD438C688}" type="slidenum">
              <a:rPr lang="en-US" altLang="ja-JP" smtClean="0"/>
              <a:pPr/>
              <a:t>‹#›</a:t>
            </a:fld>
            <a:endParaRPr lang="ja-JP"/>
          </a:p>
        </p:txBody>
      </p:sp>
      <p:sp>
        <p:nvSpPr>
          <p:cNvPr id="7" name="正方形/長方形 6">
            <a:extLst>
              <a:ext uri="{FF2B5EF4-FFF2-40B4-BE49-F238E27FC236}">
                <a16:creationId xmlns:a16="http://schemas.microsoft.com/office/drawing/2014/main" id="{CF6390C3-3163-5F45-A374-C274C7C631DD}"/>
              </a:ext>
            </a:extLst>
          </p:cNvPr>
          <p:cNvSpPr/>
          <p:nvPr userDrawn="1"/>
        </p:nvSpPr>
        <p:spPr>
          <a:xfrm>
            <a:off x="540000" y="540000"/>
            <a:ext cx="108000" cy="432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Tree>
    <p:extLst>
      <p:ext uri="{BB962C8B-B14F-4D97-AF65-F5344CB8AC3E}">
        <p14:creationId xmlns:p14="http://schemas.microsoft.com/office/powerpoint/2010/main" val="38156431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スタイル(6)［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29DC95-8227-654B-9DBD-55886B4E9BC5}"/>
              </a:ext>
            </a:extLst>
          </p:cNvPr>
          <p:cNvSpPr>
            <a:spLocks noGrp="1"/>
          </p:cNvSpPr>
          <p:nvPr>
            <p:ph type="ctrTitle"/>
          </p:nvPr>
        </p:nvSpPr>
        <p:spPr>
          <a:xfrm>
            <a:off x="792000" y="540000"/>
            <a:ext cx="5220000" cy="432000"/>
          </a:xfrm>
          <a:prstGeom prst="rect">
            <a:avLst/>
          </a:prstGeom>
        </p:spPr>
        <p:txBody>
          <a:bodyPr lIns="0" tIns="0" rIns="0" bIns="0" numCol="1" anchor="ctr" anchorCtr="0"/>
          <a:lstStyle>
            <a:lvl1pPr algn="l">
              <a:defRPr sz="2800">
                <a:solidFill>
                  <a:schemeClr val="tx2"/>
                </a:solidFill>
              </a:defRPr>
            </a:lvl1pPr>
          </a:lstStyle>
          <a:p>
            <a:r>
              <a:rPr kumimoji="1" lang="ja-JP"/>
              <a:t>マスター タイトルの書式設定</a:t>
            </a:r>
          </a:p>
        </p:txBody>
      </p:sp>
      <p:sp>
        <p:nvSpPr>
          <p:cNvPr id="3" name="字幕 2">
            <a:extLst>
              <a:ext uri="{FF2B5EF4-FFF2-40B4-BE49-F238E27FC236}">
                <a16:creationId xmlns:a16="http://schemas.microsoft.com/office/drawing/2014/main" id="{787BEF7D-A985-1041-9DBC-DAFF7582E061}"/>
              </a:ext>
            </a:extLst>
          </p:cNvPr>
          <p:cNvSpPr>
            <a:spLocks noGrp="1"/>
          </p:cNvSpPr>
          <p:nvPr>
            <p:ph type="subTitle" idx="1"/>
          </p:nvPr>
        </p:nvSpPr>
        <p:spPr>
          <a:xfrm>
            <a:off x="6012000" y="540000"/>
            <a:ext cx="5220000" cy="432000"/>
          </a:xfrm>
          <a:prstGeom prst="rect">
            <a:avLst/>
          </a:prstGeom>
        </p:spPr>
        <p:txBody>
          <a:bodyPr lIns="0" tIns="72000" rIns="0" bIns="0" numCol="1" anchor="ctr" anchorCtr="0"/>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t>マスター サブタイトルの書式設定</a:t>
            </a:r>
          </a:p>
        </p:txBody>
      </p:sp>
      <p:sp>
        <p:nvSpPr>
          <p:cNvPr id="5" name="フッター プレースホルダー 4">
            <a:extLst>
              <a:ext uri="{FF2B5EF4-FFF2-40B4-BE49-F238E27FC236}">
                <a16:creationId xmlns:a16="http://schemas.microsoft.com/office/drawing/2014/main" id="{81670F3C-325B-3F45-A72E-422A4E83E6A9}"/>
              </a:ext>
            </a:extLst>
          </p:cNvPr>
          <p:cNvSpPr>
            <a:spLocks noGrp="1"/>
          </p:cNvSpPr>
          <p:nvPr>
            <p:ph type="ftr" sz="quarter" idx="11"/>
          </p:nvPr>
        </p:nvSpPr>
        <p:spPr>
          <a:xfrm>
            <a:off x="252000" y="6408000"/>
            <a:ext cx="2160000" cy="180000"/>
          </a:xfrm>
          <a:prstGeom prst="rect">
            <a:avLst/>
          </a:prstGeom>
        </p:spPr>
        <p:txBody>
          <a:bodyPr lIns="0" tIns="0" rIns="0" bIns="0" numCol="1" anchor="ctr" anchorCtr="0"/>
          <a:lstStyle>
            <a:lvl1pPr>
              <a:defRPr sz="1000">
                <a:solidFill>
                  <a:schemeClr val="bg1"/>
                </a:solidFill>
              </a:defRPr>
            </a:lvl1pPr>
          </a:lstStyle>
          <a:p>
            <a:endParaRPr lang="ja-JP"/>
          </a:p>
        </p:txBody>
      </p:sp>
      <p:sp>
        <p:nvSpPr>
          <p:cNvPr id="6" name="スライド番号プレースホルダー 5">
            <a:extLst>
              <a:ext uri="{FF2B5EF4-FFF2-40B4-BE49-F238E27FC236}">
                <a16:creationId xmlns:a16="http://schemas.microsoft.com/office/drawing/2014/main" id="{262AA861-D72C-2549-B50A-F901727B4EB2}"/>
              </a:ext>
            </a:extLst>
          </p:cNvPr>
          <p:cNvSpPr>
            <a:spLocks noGrp="1"/>
          </p:cNvSpPr>
          <p:nvPr>
            <p:ph type="sldNum" sz="quarter" idx="12"/>
          </p:nvPr>
        </p:nvSpPr>
        <p:spPr>
          <a:xfrm>
            <a:off x="5016000" y="6408000"/>
            <a:ext cx="2160000" cy="180000"/>
          </a:xfrm>
          <a:prstGeom prst="rect">
            <a:avLst/>
          </a:prstGeom>
        </p:spPr>
        <p:txBody>
          <a:bodyPr lIns="0" tIns="0" rIns="0" bIns="0" numCol="1" anchor="ctr" anchorCtr="0"/>
          <a:lstStyle>
            <a:lvl1pPr algn="ctr">
              <a:defRPr sz="1000">
                <a:solidFill>
                  <a:schemeClr val="bg1"/>
                </a:solidFill>
              </a:defRPr>
            </a:lvl1pPr>
          </a:lstStyle>
          <a:p>
            <a:fld id="{85A1C864-ECBF-2E42-BA95-8D4FD438C688}" type="slidenum">
              <a:rPr lang="en-US" altLang="ja-JP" smtClean="0"/>
              <a:pPr/>
              <a:t>‹#›</a:t>
            </a:fld>
            <a:endParaRPr lang="ja-JP"/>
          </a:p>
        </p:txBody>
      </p:sp>
      <p:sp>
        <p:nvSpPr>
          <p:cNvPr id="7" name="正方形/長方形 6">
            <a:extLst>
              <a:ext uri="{FF2B5EF4-FFF2-40B4-BE49-F238E27FC236}">
                <a16:creationId xmlns:a16="http://schemas.microsoft.com/office/drawing/2014/main" id="{CF6390C3-3163-5F45-A374-C274C7C631DD}"/>
              </a:ext>
            </a:extLst>
          </p:cNvPr>
          <p:cNvSpPr/>
          <p:nvPr userDrawn="1"/>
        </p:nvSpPr>
        <p:spPr>
          <a:xfrm>
            <a:off x="540000" y="540000"/>
            <a:ext cx="108000" cy="432000"/>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Tree>
    <p:extLst>
      <p:ext uri="{BB962C8B-B14F-4D97-AF65-F5344CB8AC3E}">
        <p14:creationId xmlns:p14="http://schemas.microsoft.com/office/powerpoint/2010/main" val="33428737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2.xml"/><Relationship Id="rId1" Type="http://schemas.openxmlformats.org/officeDocument/2006/relationships/slideLayout" Target="../slideLayouts/slideLayout3.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4.xml"/><Relationship Id="rId1" Type="http://schemas.openxmlformats.org/officeDocument/2006/relationships/slideLayout" Target="../slideLayouts/slideLayout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5.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6.xml"/><Relationship Id="rId1" Type="http://schemas.openxmlformats.org/officeDocument/2006/relationships/slideLayout" Target="../slideLayouts/slideLayout7.xml"/><Relationship Id="rId4" Type="http://schemas.openxmlformats.org/officeDocument/2006/relationships/image" Target="../media/image3.emf"/></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7.xml"/><Relationship Id="rId1" Type="http://schemas.openxmlformats.org/officeDocument/2006/relationships/slideLayout" Target="../slideLayouts/slideLayout8.xml"/><Relationship Id="rId4" Type="http://schemas.openxmlformats.org/officeDocument/2006/relationships/image" Target="../media/image3.emf"/></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8.xml"/><Relationship Id="rId1" Type="http://schemas.openxmlformats.org/officeDocument/2006/relationships/slideLayout" Target="../slideLayouts/slideLayout9.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9.xml"/><Relationship Id="rId1" Type="http://schemas.openxmlformats.org/officeDocument/2006/relationships/slideLayout" Target="../slideLayouts/slideLayout10.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theme" Target="../theme/theme10.xml"/><Relationship Id="rId1" Type="http://schemas.openxmlformats.org/officeDocument/2006/relationships/slideLayout" Target="../slideLayouts/slideLayout11.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theme" Target="../theme/theme11.xml"/><Relationship Id="rId1" Type="http://schemas.openxmlformats.org/officeDocument/2006/relationships/slideLayout" Target="../slideLayouts/slideLayout12.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theme" Target="../theme/theme12.xml"/><Relationship Id="rId1" Type="http://schemas.openxmlformats.org/officeDocument/2006/relationships/slideLayout" Target="../slideLayouts/slideLayout13.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theme" Target="../theme/theme1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alpha val="25000"/>
          </a:schemeClr>
        </a:solidFill>
        <a:effectLst/>
      </p:bgPr>
    </p:bg>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51E06AC0-0B76-0749-B700-D8BE18384F65}"/>
              </a:ext>
            </a:extLst>
          </p:cNvPr>
          <p:cNvPicPr>
            <a:picLocks noChangeAspect="1"/>
          </p:cNvPicPr>
          <p:nvPr userDrawn="1"/>
        </p:nvPicPr>
        <p:blipFill rotWithShape="1">
          <a:blip r:embed="rId4">
            <a:alphaModFix amt="65000"/>
          </a:blip>
          <a:srcRect t="42078" r="1942" b="1876"/>
          <a:stretch/>
        </p:blipFill>
        <p:spPr>
          <a:xfrm>
            <a:off x="-1" y="0"/>
            <a:ext cx="12192000" cy="6858000"/>
          </a:xfrm>
          <a:prstGeom prst="rect">
            <a:avLst/>
          </a:prstGeom>
        </p:spPr>
      </p:pic>
    </p:spTree>
    <p:extLst>
      <p:ext uri="{BB962C8B-B14F-4D97-AF65-F5344CB8AC3E}">
        <p14:creationId xmlns:p14="http://schemas.microsoft.com/office/powerpoint/2010/main" val="1250028893"/>
      </p:ext>
    </p:extLst>
  </p:cSld>
  <p:clrMap bg1="lt1" tx1="dk1" bg2="lt2" tx2="dk2" accent1="accent1" accent2="accent2" accent3="accent3" accent4="accent4" accent5="accent5" accent6="accent6" hlink="hlink" folHlink="folHlink"/>
  <p:sldLayoutIdLst>
    <p:sldLayoutId id="2147483650" r:id="rId1"/>
    <p:sldLayoutId id="2147483651" r:id="rId2"/>
  </p:sldLayoutIdLst>
  <p:hf hdr="0"/>
  <p:txStyles>
    <p:titleStyle>
      <a:lvl1pPr algn="ctr" defTabSz="914400" rtl="0" eaLnBrk="1" latinLnBrk="0" hangingPunct="1">
        <a:lnSpc>
          <a:spcPct val="100000"/>
        </a:lnSpc>
        <a:spcBef>
          <a:spcPct val="0"/>
        </a:spcBef>
        <a:buNone/>
        <a:defRPr kumimoji="1" sz="3200" kern="1200">
          <a:solidFill>
            <a:schemeClr val="tx2"/>
          </a:solidFill>
          <a:latin typeface="+mj-lt"/>
          <a:ea typeface="+mj-ea"/>
          <a:cs typeface="+mj-cs"/>
        </a:defRPr>
      </a:lvl1pPr>
    </p:titleStyle>
    <p:bodyStyle>
      <a:lvl1pPr marL="228600" indent="-228600" algn="ctr" defTabSz="914400" rtl="0" eaLnBrk="1" latinLnBrk="0" hangingPunct="1">
        <a:lnSpc>
          <a:spcPct val="100000"/>
        </a:lnSpc>
        <a:spcBef>
          <a:spcPts val="1000"/>
        </a:spcBef>
        <a:buFont typeface="Arial" panose="020B0604020202020204" pitchFamily="34" charset="0"/>
        <a:buChar char="•"/>
        <a:defRPr kumimoji="1" sz="2000" kern="1200">
          <a:solidFill>
            <a:schemeClr val="tx2"/>
          </a:solidFill>
          <a:latin typeface="+mn-lt"/>
          <a:ea typeface="+mn-ea"/>
          <a:cs typeface="+mn-cs"/>
        </a:defRPr>
      </a:lvl1pPr>
      <a:lvl2pPr marL="685800" indent="-228600" algn="ctr" defTabSz="914400" rtl="0" eaLnBrk="1" latinLnBrk="0" hangingPunct="1">
        <a:lnSpc>
          <a:spcPct val="100000"/>
        </a:lnSpc>
        <a:spcBef>
          <a:spcPts val="500"/>
        </a:spcBef>
        <a:buFont typeface="Arial" panose="020B0604020202020204" pitchFamily="34" charset="0"/>
        <a:buChar char="•"/>
        <a:defRPr kumimoji="1" sz="2000" kern="1200">
          <a:solidFill>
            <a:schemeClr val="tx2"/>
          </a:solidFill>
          <a:latin typeface="+mn-lt"/>
          <a:ea typeface="+mn-ea"/>
          <a:cs typeface="+mn-cs"/>
        </a:defRPr>
      </a:lvl2pPr>
      <a:lvl3pPr marL="1143000" indent="-228600" algn="ctr" defTabSz="914400" rtl="0" eaLnBrk="1" latinLnBrk="0" hangingPunct="1">
        <a:lnSpc>
          <a:spcPct val="100000"/>
        </a:lnSpc>
        <a:spcBef>
          <a:spcPts val="500"/>
        </a:spcBef>
        <a:buFont typeface="Arial" panose="020B0604020202020204" pitchFamily="34" charset="0"/>
        <a:buChar char="•"/>
        <a:defRPr kumimoji="1" sz="2000" kern="1200">
          <a:solidFill>
            <a:schemeClr val="tx2"/>
          </a:solidFill>
          <a:latin typeface="+mn-lt"/>
          <a:ea typeface="+mn-ea"/>
          <a:cs typeface="+mn-cs"/>
        </a:defRPr>
      </a:lvl3pPr>
      <a:lvl4pPr marL="1600200" indent="-228600" algn="ctr" defTabSz="914400" rtl="0" eaLnBrk="1" latinLnBrk="0" hangingPunct="1">
        <a:lnSpc>
          <a:spcPct val="100000"/>
        </a:lnSpc>
        <a:spcBef>
          <a:spcPts val="500"/>
        </a:spcBef>
        <a:buFont typeface="Arial" panose="020B0604020202020204" pitchFamily="34" charset="0"/>
        <a:buChar char="•"/>
        <a:defRPr kumimoji="1" sz="2000" kern="1200">
          <a:solidFill>
            <a:schemeClr val="tx2"/>
          </a:solidFill>
          <a:latin typeface="+mn-lt"/>
          <a:ea typeface="+mn-ea"/>
          <a:cs typeface="+mn-cs"/>
        </a:defRPr>
      </a:lvl4pPr>
      <a:lvl5pPr marL="2057400" indent="-228600" algn="ctr" defTabSz="914400" rtl="0" eaLnBrk="1" latinLnBrk="0" hangingPunct="1">
        <a:lnSpc>
          <a:spcPct val="100000"/>
        </a:lnSpc>
        <a:spcBef>
          <a:spcPts val="500"/>
        </a:spcBef>
        <a:buFont typeface="Arial" panose="020B0604020202020204" pitchFamily="34" charset="0"/>
        <a:buChar char="•"/>
        <a:defRPr kumimoji="1"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8915C958-EB01-214D-8F1F-A703E9CF38C6}"/>
              </a:ext>
            </a:extLst>
          </p:cNvPr>
          <p:cNvSpPr/>
          <p:nvPr userDrawn="1"/>
        </p:nvSpPr>
        <p:spPr>
          <a:xfrm>
            <a:off x="1" y="0"/>
            <a:ext cx="12192635" cy="720000"/>
          </a:xfrm>
          <a:custGeom>
            <a:avLst/>
            <a:gdLst/>
            <a:ahLst/>
            <a:cxnLst/>
            <a:rect l="l" t="t" r="r" b="b"/>
            <a:pathLst>
              <a:path w="12192635" h="812800">
                <a:moveTo>
                  <a:pt x="12192114" y="0"/>
                </a:moveTo>
                <a:lnTo>
                  <a:pt x="0" y="0"/>
                </a:lnTo>
                <a:lnTo>
                  <a:pt x="0" y="812800"/>
                </a:lnTo>
                <a:lnTo>
                  <a:pt x="12192114" y="812800"/>
                </a:lnTo>
                <a:lnTo>
                  <a:pt x="12192114" y="0"/>
                </a:lnTo>
                <a:close/>
              </a:path>
            </a:pathLst>
          </a:custGeom>
          <a:solidFill>
            <a:schemeClr val="tx2"/>
          </a:solidFill>
        </p:spPr>
        <p:txBody>
          <a:bodyPr wrap="square" lIns="0" tIns="0" rIns="0" bIns="0" numCol="1" rtlCol="0"/>
          <a:lstStyle/>
          <a:p>
            <a:endParaRPr sz="1351" dirty="0"/>
          </a:p>
        </p:txBody>
      </p:sp>
      <p:pic>
        <p:nvPicPr>
          <p:cNvPr id="8" name="図 7">
            <a:extLst>
              <a:ext uri="{FF2B5EF4-FFF2-40B4-BE49-F238E27FC236}">
                <a16:creationId xmlns:a16="http://schemas.microsoft.com/office/drawing/2014/main" id="{042140B5-21D4-4E41-A00E-94481AD86872}"/>
              </a:ext>
            </a:extLst>
          </p:cNvPr>
          <p:cNvPicPr>
            <a:picLocks noChangeAspect="1"/>
          </p:cNvPicPr>
          <p:nvPr userDrawn="1"/>
        </p:nvPicPr>
        <p:blipFill rotWithShape="1">
          <a:blip r:embed="rId3">
            <a:alphaModFix amt="25000"/>
          </a:blip>
          <a:srcRect t="552" r="14131" b="83808"/>
          <a:stretch/>
        </p:blipFill>
        <p:spPr>
          <a:xfrm>
            <a:off x="7581393" y="0"/>
            <a:ext cx="4013199" cy="720000"/>
          </a:xfrm>
          <a:prstGeom prst="rect">
            <a:avLst/>
          </a:prstGeom>
        </p:spPr>
      </p:pic>
      <p:sp>
        <p:nvSpPr>
          <p:cNvPr id="9" name="正方形/長方形 8">
            <a:extLst>
              <a:ext uri="{FF2B5EF4-FFF2-40B4-BE49-F238E27FC236}">
                <a16:creationId xmlns:a16="http://schemas.microsoft.com/office/drawing/2014/main" id="{B04DF275-6876-FB4E-9C8E-6AE11B858A46}"/>
              </a:ext>
            </a:extLst>
          </p:cNvPr>
          <p:cNvSpPr/>
          <p:nvPr userDrawn="1"/>
        </p:nvSpPr>
        <p:spPr>
          <a:xfrm>
            <a:off x="11484000" y="0"/>
            <a:ext cx="720000" cy="72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ctr"/>
          <a:lstStyle/>
          <a:p>
            <a:pPr algn="ctr"/>
            <a:endParaRPr kumimoji="1" lang="ja-JP"/>
          </a:p>
        </p:txBody>
      </p:sp>
      <p:sp>
        <p:nvSpPr>
          <p:cNvPr id="10" name="Slide Number Placeholder 8">
            <a:extLst>
              <a:ext uri="{FF2B5EF4-FFF2-40B4-BE49-F238E27FC236}">
                <a16:creationId xmlns:a16="http://schemas.microsoft.com/office/drawing/2014/main" id="{D3C09B94-DCC3-8E4D-9480-900B23CE1D01}"/>
              </a:ext>
            </a:extLst>
          </p:cNvPr>
          <p:cNvSpPr txBox="1">
            <a:spLocks/>
          </p:cNvSpPr>
          <p:nvPr userDrawn="1"/>
        </p:nvSpPr>
        <p:spPr>
          <a:xfrm>
            <a:off x="11484000" y="0"/>
            <a:ext cx="720000" cy="720001"/>
          </a:xfrm>
          <a:prstGeom prst="rect">
            <a:avLst/>
          </a:prstGeom>
          <a:solidFill>
            <a:schemeClr val="tx2">
              <a:alpha val="49804"/>
            </a:schemeClr>
          </a:solidFill>
        </p:spPr>
        <p:txBody>
          <a:bodyPr vert="horz" lIns="0" tIns="0" rIns="0" bIns="0"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pic>
        <p:nvPicPr>
          <p:cNvPr id="2" name="図 1">
            <a:extLst>
              <a:ext uri="{FF2B5EF4-FFF2-40B4-BE49-F238E27FC236}">
                <a16:creationId xmlns:a16="http://schemas.microsoft.com/office/drawing/2014/main" id="{23E64DCF-9F35-1282-8878-7F8A4C9801D3}"/>
              </a:ext>
            </a:extLst>
          </p:cNvPr>
          <p:cNvPicPr>
            <a:picLocks noChangeAspect="1"/>
          </p:cNvPicPr>
          <p:nvPr userDrawn="1"/>
        </p:nvPicPr>
        <p:blipFill>
          <a:blip r:embed="rId4"/>
          <a:stretch>
            <a:fillRect/>
          </a:stretch>
        </p:blipFill>
        <p:spPr>
          <a:xfrm>
            <a:off x="11484000" y="6096519"/>
            <a:ext cx="468000" cy="630240"/>
          </a:xfrm>
          <a:prstGeom prst="rect">
            <a:avLst/>
          </a:prstGeom>
        </p:spPr>
      </p:pic>
    </p:spTree>
    <p:extLst>
      <p:ext uri="{BB962C8B-B14F-4D97-AF65-F5344CB8AC3E}">
        <p14:creationId xmlns:p14="http://schemas.microsoft.com/office/powerpoint/2010/main" val="3561682490"/>
      </p:ext>
    </p:extLst>
  </p:cSld>
  <p:clrMap bg1="lt1" tx1="dk1" bg2="lt2" tx2="dk2" accent1="accent1" accent2="accent2" accent3="accent3" accent4="accent4" accent5="accent5" accent6="accent6" hlink="hlink" folHlink="folHlink"/>
  <p:sldLayoutIdLst>
    <p:sldLayoutId id="2147483652"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8915C958-EB01-214D-8F1F-A703E9CF38C6}"/>
              </a:ext>
            </a:extLst>
          </p:cNvPr>
          <p:cNvSpPr/>
          <p:nvPr userDrawn="1"/>
        </p:nvSpPr>
        <p:spPr>
          <a:xfrm>
            <a:off x="1" y="0"/>
            <a:ext cx="12192635" cy="720000"/>
          </a:xfrm>
          <a:custGeom>
            <a:avLst/>
            <a:gdLst/>
            <a:ahLst/>
            <a:cxnLst/>
            <a:rect l="l" t="t" r="r" b="b"/>
            <a:pathLst>
              <a:path w="12192635" h="812800">
                <a:moveTo>
                  <a:pt x="12192114" y="0"/>
                </a:moveTo>
                <a:lnTo>
                  <a:pt x="0" y="0"/>
                </a:lnTo>
                <a:lnTo>
                  <a:pt x="0" y="812800"/>
                </a:lnTo>
                <a:lnTo>
                  <a:pt x="12192114" y="812800"/>
                </a:lnTo>
                <a:lnTo>
                  <a:pt x="12192114" y="0"/>
                </a:lnTo>
                <a:close/>
              </a:path>
            </a:pathLst>
          </a:custGeom>
          <a:solidFill>
            <a:schemeClr val="tx2">
              <a:alpha val="30000"/>
            </a:schemeClr>
          </a:solidFill>
        </p:spPr>
        <p:txBody>
          <a:bodyPr wrap="square" lIns="0" tIns="0" rIns="0" bIns="0" numCol="1" rtlCol="0"/>
          <a:lstStyle/>
          <a:p>
            <a:endParaRPr sz="1351" dirty="0"/>
          </a:p>
        </p:txBody>
      </p:sp>
      <p:pic>
        <p:nvPicPr>
          <p:cNvPr id="8" name="図 7">
            <a:extLst>
              <a:ext uri="{FF2B5EF4-FFF2-40B4-BE49-F238E27FC236}">
                <a16:creationId xmlns:a16="http://schemas.microsoft.com/office/drawing/2014/main" id="{042140B5-21D4-4E41-A00E-94481AD86872}"/>
              </a:ext>
            </a:extLst>
          </p:cNvPr>
          <p:cNvPicPr>
            <a:picLocks noChangeAspect="1"/>
          </p:cNvPicPr>
          <p:nvPr userDrawn="1"/>
        </p:nvPicPr>
        <p:blipFill rotWithShape="1">
          <a:blip r:embed="rId3">
            <a:alphaModFix amt="65000"/>
          </a:blip>
          <a:srcRect t="552" r="14131" b="83808"/>
          <a:stretch/>
        </p:blipFill>
        <p:spPr>
          <a:xfrm>
            <a:off x="7581393" y="0"/>
            <a:ext cx="4013199" cy="720000"/>
          </a:xfrm>
          <a:prstGeom prst="rect">
            <a:avLst/>
          </a:prstGeom>
        </p:spPr>
      </p:pic>
      <p:sp>
        <p:nvSpPr>
          <p:cNvPr id="9" name="正方形/長方形 8">
            <a:extLst>
              <a:ext uri="{FF2B5EF4-FFF2-40B4-BE49-F238E27FC236}">
                <a16:creationId xmlns:a16="http://schemas.microsoft.com/office/drawing/2014/main" id="{B04DF275-6876-FB4E-9C8E-6AE11B858A46}"/>
              </a:ext>
            </a:extLst>
          </p:cNvPr>
          <p:cNvSpPr/>
          <p:nvPr userDrawn="1"/>
        </p:nvSpPr>
        <p:spPr>
          <a:xfrm>
            <a:off x="11484000" y="0"/>
            <a:ext cx="720000" cy="720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ctr"/>
          <a:lstStyle/>
          <a:p>
            <a:pPr algn="ctr"/>
            <a:endParaRPr kumimoji="1" lang="ja-JP"/>
          </a:p>
        </p:txBody>
      </p:sp>
      <p:sp>
        <p:nvSpPr>
          <p:cNvPr id="10" name="Slide Number Placeholder 8">
            <a:extLst>
              <a:ext uri="{FF2B5EF4-FFF2-40B4-BE49-F238E27FC236}">
                <a16:creationId xmlns:a16="http://schemas.microsoft.com/office/drawing/2014/main" id="{D3C09B94-DCC3-8E4D-9480-900B23CE1D01}"/>
              </a:ext>
            </a:extLst>
          </p:cNvPr>
          <p:cNvSpPr txBox="1">
            <a:spLocks/>
          </p:cNvSpPr>
          <p:nvPr userDrawn="1"/>
        </p:nvSpPr>
        <p:spPr>
          <a:xfrm>
            <a:off x="11484000" y="0"/>
            <a:ext cx="720000" cy="720001"/>
          </a:xfrm>
          <a:prstGeom prst="rect">
            <a:avLst/>
          </a:prstGeom>
          <a:solidFill>
            <a:schemeClr val="tx2">
              <a:alpha val="49804"/>
            </a:schemeClr>
          </a:solidFill>
        </p:spPr>
        <p:txBody>
          <a:bodyPr vert="horz" lIns="0" tIns="0" rIns="0" bIns="0"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74936139"/>
      </p:ext>
    </p:extLst>
  </p:cSld>
  <p:clrMap bg1="lt1" tx1="dk1" bg2="lt2" tx2="dk2" accent1="accent1" accent2="accent2" accent3="accent3" accent4="accent4" accent5="accent5" accent6="accent6" hlink="hlink" folHlink="folHlink"/>
  <p:sldLayoutIdLst>
    <p:sldLayoutId id="2147483653"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object 3">
            <a:extLst>
              <a:ext uri="{FF2B5EF4-FFF2-40B4-BE49-F238E27FC236}">
                <a16:creationId xmlns:a16="http://schemas.microsoft.com/office/drawing/2014/main" id="{4D485BA4-1424-3D46-8E9E-B85FB3F8F1B7}"/>
              </a:ext>
            </a:extLst>
          </p:cNvPr>
          <p:cNvSpPr/>
          <p:nvPr userDrawn="1"/>
        </p:nvSpPr>
        <p:spPr>
          <a:xfrm>
            <a:off x="1" y="0"/>
            <a:ext cx="12192635" cy="1080000"/>
          </a:xfrm>
          <a:custGeom>
            <a:avLst/>
            <a:gdLst/>
            <a:ahLst/>
            <a:cxnLst/>
            <a:rect l="l" t="t" r="r" b="b"/>
            <a:pathLst>
              <a:path w="12192635" h="812800">
                <a:moveTo>
                  <a:pt x="12192114" y="0"/>
                </a:moveTo>
                <a:lnTo>
                  <a:pt x="0" y="0"/>
                </a:lnTo>
                <a:lnTo>
                  <a:pt x="0" y="812800"/>
                </a:lnTo>
                <a:lnTo>
                  <a:pt x="12192114" y="812800"/>
                </a:lnTo>
                <a:lnTo>
                  <a:pt x="12192114" y="0"/>
                </a:lnTo>
                <a:close/>
              </a:path>
            </a:pathLst>
          </a:custGeom>
          <a:solidFill>
            <a:schemeClr val="tx2"/>
          </a:solidFill>
        </p:spPr>
        <p:txBody>
          <a:bodyPr wrap="square" lIns="0" tIns="0" rIns="0" bIns="0" numCol="1" rtlCol="0"/>
          <a:lstStyle/>
          <a:p>
            <a:endParaRPr sz="1351" dirty="0"/>
          </a:p>
        </p:txBody>
      </p:sp>
      <p:pic>
        <p:nvPicPr>
          <p:cNvPr id="12" name="図 11">
            <a:extLst>
              <a:ext uri="{FF2B5EF4-FFF2-40B4-BE49-F238E27FC236}">
                <a16:creationId xmlns:a16="http://schemas.microsoft.com/office/drawing/2014/main" id="{68817D60-BD69-684A-886F-3F9D2C05C727}"/>
              </a:ext>
            </a:extLst>
          </p:cNvPr>
          <p:cNvPicPr>
            <a:picLocks noChangeAspect="1"/>
          </p:cNvPicPr>
          <p:nvPr userDrawn="1"/>
        </p:nvPicPr>
        <p:blipFill rotWithShape="1">
          <a:blip r:embed="rId3">
            <a:alphaModFix amt="25000"/>
          </a:blip>
          <a:srcRect t="551" r="15668" b="82318"/>
          <a:stretch/>
        </p:blipFill>
        <p:spPr>
          <a:xfrm>
            <a:off x="6794500" y="-1"/>
            <a:ext cx="5397500" cy="1080001"/>
          </a:xfrm>
          <a:prstGeom prst="rect">
            <a:avLst/>
          </a:prstGeom>
        </p:spPr>
      </p:pic>
      <p:sp>
        <p:nvSpPr>
          <p:cNvPr id="13" name="正方形/長方形 12">
            <a:extLst>
              <a:ext uri="{FF2B5EF4-FFF2-40B4-BE49-F238E27FC236}">
                <a16:creationId xmlns:a16="http://schemas.microsoft.com/office/drawing/2014/main" id="{BF0FD3BB-DC73-CD40-86B0-B5F6E80ACCDB}"/>
              </a:ext>
            </a:extLst>
          </p:cNvPr>
          <p:cNvSpPr/>
          <p:nvPr userDrawn="1"/>
        </p:nvSpPr>
        <p:spPr>
          <a:xfrm>
            <a:off x="11293200" y="180000"/>
            <a:ext cx="720000" cy="72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4" name="Slide Number Placeholder 8">
            <a:extLst>
              <a:ext uri="{FF2B5EF4-FFF2-40B4-BE49-F238E27FC236}">
                <a16:creationId xmlns:a16="http://schemas.microsoft.com/office/drawing/2014/main" id="{94312F40-5C9F-2C4C-931D-5E95D7CC07EF}"/>
              </a:ext>
            </a:extLst>
          </p:cNvPr>
          <p:cNvSpPr txBox="1">
            <a:spLocks/>
          </p:cNvSpPr>
          <p:nvPr userDrawn="1"/>
        </p:nvSpPr>
        <p:spPr>
          <a:xfrm>
            <a:off x="11293200" y="180000"/>
            <a:ext cx="720000" cy="720001"/>
          </a:xfrm>
          <a:prstGeom prst="rect">
            <a:avLst/>
          </a:prstGeom>
          <a:solidFill>
            <a:schemeClr val="tx2">
              <a:alpha val="49804"/>
            </a:schemeClr>
          </a:solidFill>
        </p:spPr>
        <p:txBody>
          <a:bodyPr vert="horz"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428353454"/>
      </p:ext>
    </p:extLst>
  </p:cSld>
  <p:clrMap bg1="lt1" tx1="dk1" bg2="lt2" tx2="dk2" accent1="accent1" accent2="accent2" accent3="accent3" accent4="accent4" accent5="accent5" accent6="accent6" hlink="hlink" folHlink="folHlink"/>
  <p:sldLayoutIdLst>
    <p:sldLayoutId id="2147483654"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A86E8162-5299-2845-B41C-59FB0831D3F0}"/>
              </a:ext>
            </a:extLst>
          </p:cNvPr>
          <p:cNvSpPr/>
          <p:nvPr userDrawn="1"/>
        </p:nvSpPr>
        <p:spPr>
          <a:xfrm>
            <a:off x="1" y="0"/>
            <a:ext cx="12192635" cy="1080000"/>
          </a:xfrm>
          <a:custGeom>
            <a:avLst/>
            <a:gdLst/>
            <a:ahLst/>
            <a:cxnLst/>
            <a:rect l="l" t="t" r="r" b="b"/>
            <a:pathLst>
              <a:path w="12192635" h="812800">
                <a:moveTo>
                  <a:pt x="12192114" y="0"/>
                </a:moveTo>
                <a:lnTo>
                  <a:pt x="0" y="0"/>
                </a:lnTo>
                <a:lnTo>
                  <a:pt x="0" y="812800"/>
                </a:lnTo>
                <a:lnTo>
                  <a:pt x="12192114" y="812800"/>
                </a:lnTo>
                <a:lnTo>
                  <a:pt x="12192114" y="0"/>
                </a:lnTo>
                <a:close/>
              </a:path>
            </a:pathLst>
          </a:custGeom>
          <a:solidFill>
            <a:schemeClr val="tx2">
              <a:alpha val="29804"/>
            </a:schemeClr>
          </a:solidFill>
        </p:spPr>
        <p:txBody>
          <a:bodyPr wrap="square" lIns="0" tIns="0" rIns="0" bIns="0" numCol="1" rtlCol="0"/>
          <a:lstStyle/>
          <a:p>
            <a:endParaRPr sz="1351" dirty="0"/>
          </a:p>
        </p:txBody>
      </p:sp>
      <p:pic>
        <p:nvPicPr>
          <p:cNvPr id="7" name="図 6">
            <a:extLst>
              <a:ext uri="{FF2B5EF4-FFF2-40B4-BE49-F238E27FC236}">
                <a16:creationId xmlns:a16="http://schemas.microsoft.com/office/drawing/2014/main" id="{B51ED315-8184-244F-8425-4DAAD54A2B63}"/>
              </a:ext>
            </a:extLst>
          </p:cNvPr>
          <p:cNvPicPr>
            <a:picLocks noChangeAspect="1"/>
          </p:cNvPicPr>
          <p:nvPr userDrawn="1"/>
        </p:nvPicPr>
        <p:blipFill rotWithShape="1">
          <a:blip r:embed="rId3">
            <a:alphaModFix amt="65000"/>
          </a:blip>
          <a:srcRect t="551" r="15668" b="82318"/>
          <a:stretch/>
        </p:blipFill>
        <p:spPr>
          <a:xfrm>
            <a:off x="6794500" y="-1"/>
            <a:ext cx="5397500" cy="1080001"/>
          </a:xfrm>
          <a:prstGeom prst="rect">
            <a:avLst/>
          </a:prstGeom>
        </p:spPr>
      </p:pic>
      <p:sp>
        <p:nvSpPr>
          <p:cNvPr id="10" name="正方形/長方形 9">
            <a:extLst>
              <a:ext uri="{FF2B5EF4-FFF2-40B4-BE49-F238E27FC236}">
                <a16:creationId xmlns:a16="http://schemas.microsoft.com/office/drawing/2014/main" id="{C006CF3A-71DC-654F-ABA2-9825B447FC4D}"/>
              </a:ext>
            </a:extLst>
          </p:cNvPr>
          <p:cNvSpPr/>
          <p:nvPr userDrawn="1"/>
        </p:nvSpPr>
        <p:spPr>
          <a:xfrm>
            <a:off x="11293200" y="180000"/>
            <a:ext cx="720000" cy="72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7" name="Slide Number Placeholder 8">
            <a:extLst>
              <a:ext uri="{FF2B5EF4-FFF2-40B4-BE49-F238E27FC236}">
                <a16:creationId xmlns:a16="http://schemas.microsoft.com/office/drawing/2014/main" id="{6BBB56EA-28F6-0248-BBBE-140A29E26E71}"/>
              </a:ext>
            </a:extLst>
          </p:cNvPr>
          <p:cNvSpPr txBox="1">
            <a:spLocks/>
          </p:cNvSpPr>
          <p:nvPr userDrawn="1"/>
        </p:nvSpPr>
        <p:spPr>
          <a:xfrm>
            <a:off x="11293200" y="180000"/>
            <a:ext cx="720000" cy="720001"/>
          </a:xfrm>
          <a:prstGeom prst="rect">
            <a:avLst/>
          </a:prstGeom>
          <a:solidFill>
            <a:schemeClr val="tx2">
              <a:alpha val="49804"/>
            </a:schemeClr>
          </a:solidFill>
        </p:spPr>
        <p:txBody>
          <a:bodyPr vert="horz"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4318232"/>
      </p:ext>
    </p:extLst>
  </p:cSld>
  <p:clrMap bg1="lt1" tx1="dk1" bg2="lt2" tx2="dk2" accent1="accent1" accent2="accent2" accent3="accent3" accent4="accent4" accent5="accent5" accent6="accent6" hlink="hlink" folHlink="folHlink"/>
  <p:sldLayoutIdLst>
    <p:sldLayoutId id="2147483655"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2D1D5229-B6BF-F444-A1C1-11BDB04F82D9}"/>
              </a:ext>
            </a:extLst>
          </p:cNvPr>
          <p:cNvSpPr/>
          <p:nvPr userDrawn="1"/>
        </p:nvSpPr>
        <p:spPr>
          <a:xfrm>
            <a:off x="918000" y="0"/>
            <a:ext cx="11285693" cy="756982"/>
          </a:xfrm>
          <a:custGeom>
            <a:avLst/>
            <a:gdLst/>
            <a:ahLst/>
            <a:cxnLst/>
            <a:rect l="l" t="t" r="r" b="b"/>
            <a:pathLst>
              <a:path w="12192635" h="812800">
                <a:moveTo>
                  <a:pt x="12192114" y="0"/>
                </a:moveTo>
                <a:lnTo>
                  <a:pt x="0" y="0"/>
                </a:lnTo>
                <a:lnTo>
                  <a:pt x="0" y="812800"/>
                </a:lnTo>
                <a:lnTo>
                  <a:pt x="12192114" y="812800"/>
                </a:lnTo>
                <a:lnTo>
                  <a:pt x="12192114" y="0"/>
                </a:lnTo>
                <a:close/>
              </a:path>
            </a:pathLst>
          </a:custGeom>
          <a:solidFill>
            <a:schemeClr val="tx2"/>
          </a:solidFill>
        </p:spPr>
        <p:txBody>
          <a:bodyPr wrap="square" lIns="0" tIns="0" rIns="0" bIns="0" numCol="1" rtlCol="0"/>
          <a:lstStyle/>
          <a:p>
            <a:endParaRPr dirty="0"/>
          </a:p>
        </p:txBody>
      </p:sp>
      <p:sp>
        <p:nvSpPr>
          <p:cNvPr id="8" name="三角形 7">
            <a:extLst>
              <a:ext uri="{FF2B5EF4-FFF2-40B4-BE49-F238E27FC236}">
                <a16:creationId xmlns:a16="http://schemas.microsoft.com/office/drawing/2014/main" id="{5EED75BD-5A66-5546-AE9B-24CBF4BC1D9B}"/>
              </a:ext>
            </a:extLst>
          </p:cNvPr>
          <p:cNvSpPr/>
          <p:nvPr userDrawn="1"/>
        </p:nvSpPr>
        <p:spPr>
          <a:xfrm rot="10800000">
            <a:off x="756000" y="-1"/>
            <a:ext cx="324000" cy="756979"/>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pic>
        <p:nvPicPr>
          <p:cNvPr id="11" name="図 10">
            <a:extLst>
              <a:ext uri="{FF2B5EF4-FFF2-40B4-BE49-F238E27FC236}">
                <a16:creationId xmlns:a16="http://schemas.microsoft.com/office/drawing/2014/main" id="{86CABFF7-5B5D-534C-9EF0-7D871AC0C274}"/>
              </a:ext>
            </a:extLst>
          </p:cNvPr>
          <p:cNvPicPr>
            <a:picLocks noChangeAspect="1"/>
          </p:cNvPicPr>
          <p:nvPr userDrawn="1"/>
        </p:nvPicPr>
        <p:blipFill rotWithShape="1">
          <a:blip r:embed="rId3">
            <a:alphaModFix amt="25000"/>
          </a:blip>
          <a:srcRect t="552" r="9545" b="83808"/>
          <a:stretch/>
        </p:blipFill>
        <p:spPr>
          <a:xfrm>
            <a:off x="7411740" y="-1"/>
            <a:ext cx="4438884" cy="755997"/>
          </a:xfrm>
          <a:prstGeom prst="rect">
            <a:avLst/>
          </a:prstGeom>
        </p:spPr>
      </p:pic>
      <p:sp>
        <p:nvSpPr>
          <p:cNvPr id="12" name="正方形/長方形 11">
            <a:extLst>
              <a:ext uri="{FF2B5EF4-FFF2-40B4-BE49-F238E27FC236}">
                <a16:creationId xmlns:a16="http://schemas.microsoft.com/office/drawing/2014/main" id="{4A273026-119C-C943-87BA-41A6CA91B30E}"/>
              </a:ext>
            </a:extLst>
          </p:cNvPr>
          <p:cNvSpPr/>
          <p:nvPr userDrawn="1"/>
        </p:nvSpPr>
        <p:spPr>
          <a:xfrm>
            <a:off x="11447694" y="0"/>
            <a:ext cx="756000" cy="755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3" name="Slide Number Placeholder 8">
            <a:extLst>
              <a:ext uri="{FF2B5EF4-FFF2-40B4-BE49-F238E27FC236}">
                <a16:creationId xmlns:a16="http://schemas.microsoft.com/office/drawing/2014/main" id="{4DA11197-40B9-2048-9AF9-731B635571EB}"/>
              </a:ext>
            </a:extLst>
          </p:cNvPr>
          <p:cNvSpPr txBox="1">
            <a:spLocks/>
          </p:cNvSpPr>
          <p:nvPr userDrawn="1"/>
        </p:nvSpPr>
        <p:spPr>
          <a:xfrm>
            <a:off x="11447694" y="-1"/>
            <a:ext cx="757200" cy="756000"/>
          </a:xfrm>
          <a:prstGeom prst="rect">
            <a:avLst/>
          </a:prstGeom>
          <a:solidFill>
            <a:schemeClr val="tx2">
              <a:alpha val="49804"/>
            </a:schemeClr>
          </a:solidFill>
        </p:spPr>
        <p:txBody>
          <a:bodyPr vert="horz" lIns="0" tIns="0" rIns="0" bIns="0"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pic>
        <p:nvPicPr>
          <p:cNvPr id="14" name="図 13">
            <a:extLst>
              <a:ext uri="{FF2B5EF4-FFF2-40B4-BE49-F238E27FC236}">
                <a16:creationId xmlns:a16="http://schemas.microsoft.com/office/drawing/2014/main" id="{53A57A64-CA37-9742-B41A-B231D3466266}"/>
              </a:ext>
            </a:extLst>
          </p:cNvPr>
          <p:cNvPicPr>
            <a:picLocks noChangeAspect="1"/>
          </p:cNvPicPr>
          <p:nvPr userDrawn="1"/>
        </p:nvPicPr>
        <p:blipFill>
          <a:blip r:embed="rId4"/>
          <a:stretch>
            <a:fillRect/>
          </a:stretch>
        </p:blipFill>
        <p:spPr>
          <a:xfrm>
            <a:off x="167730" y="118800"/>
            <a:ext cx="468000" cy="630240"/>
          </a:xfrm>
          <a:prstGeom prst="rect">
            <a:avLst/>
          </a:prstGeom>
        </p:spPr>
      </p:pic>
    </p:spTree>
    <p:extLst>
      <p:ext uri="{BB962C8B-B14F-4D97-AF65-F5344CB8AC3E}">
        <p14:creationId xmlns:p14="http://schemas.microsoft.com/office/powerpoint/2010/main" val="399797272"/>
      </p:ext>
    </p:extLst>
  </p:cSld>
  <p:clrMap bg1="lt1" tx1="dk1" bg2="lt2" tx2="dk2" accent1="accent1" accent2="accent2" accent3="accent3" accent4="accent4" accent5="accent5" accent6="accent6" hlink="hlink" folHlink="folHlink"/>
  <p:sldLayoutIdLst>
    <p:sldLayoutId id="2147483656"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フリーフォーム 8">
            <a:extLst>
              <a:ext uri="{FF2B5EF4-FFF2-40B4-BE49-F238E27FC236}">
                <a16:creationId xmlns:a16="http://schemas.microsoft.com/office/drawing/2014/main" id="{20F40D81-117E-F145-8547-1BB89CE086DF}"/>
              </a:ext>
            </a:extLst>
          </p:cNvPr>
          <p:cNvSpPr/>
          <p:nvPr userDrawn="1"/>
        </p:nvSpPr>
        <p:spPr>
          <a:xfrm>
            <a:off x="756000" y="-1"/>
            <a:ext cx="11447211" cy="756983"/>
          </a:xfrm>
          <a:custGeom>
            <a:avLst/>
            <a:gdLst>
              <a:gd name="connsiteX0" fmla="*/ 0 w 11447211"/>
              <a:gd name="connsiteY0" fmla="*/ 0 h 756983"/>
              <a:gd name="connsiteX1" fmla="*/ 324000 w 11447211"/>
              <a:gd name="connsiteY1" fmla="*/ 0 h 756983"/>
              <a:gd name="connsiteX2" fmla="*/ 324000 w 11447211"/>
              <a:gd name="connsiteY2" fmla="*/ 1 h 756983"/>
              <a:gd name="connsiteX3" fmla="*/ 11447211 w 11447211"/>
              <a:gd name="connsiteY3" fmla="*/ 1 h 756983"/>
              <a:gd name="connsiteX4" fmla="*/ 11447211 w 11447211"/>
              <a:gd name="connsiteY4" fmla="*/ 756983 h 756983"/>
              <a:gd name="connsiteX5" fmla="*/ 162000 w 11447211"/>
              <a:gd name="connsiteY5" fmla="*/ 756983 h 756983"/>
              <a:gd name="connsiteX6" fmla="*/ 162000 w 11447211"/>
              <a:gd name="connsiteY6" fmla="*/ 756979 h 75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47211" h="756983">
                <a:moveTo>
                  <a:pt x="0" y="0"/>
                </a:moveTo>
                <a:lnTo>
                  <a:pt x="324000" y="0"/>
                </a:lnTo>
                <a:lnTo>
                  <a:pt x="324000" y="1"/>
                </a:lnTo>
                <a:lnTo>
                  <a:pt x="11447211" y="1"/>
                </a:lnTo>
                <a:lnTo>
                  <a:pt x="11447211" y="756983"/>
                </a:lnTo>
                <a:lnTo>
                  <a:pt x="162000" y="756983"/>
                </a:lnTo>
                <a:lnTo>
                  <a:pt x="162000" y="756979"/>
                </a:lnTo>
                <a:close/>
              </a:path>
            </a:pathLst>
          </a:custGeom>
          <a:solidFill>
            <a:schemeClr val="tx2">
              <a:alpha val="29804"/>
            </a:schemeClr>
          </a:solidFill>
        </p:spPr>
        <p:txBody>
          <a:bodyPr wrap="square" lIns="0" tIns="0" rIns="0" bIns="0" numCol="1" rtlCol="0">
            <a:noAutofit/>
          </a:bodyPr>
          <a:lstStyle/>
          <a:p>
            <a:endParaRPr dirty="0"/>
          </a:p>
        </p:txBody>
      </p:sp>
      <p:pic>
        <p:nvPicPr>
          <p:cNvPr id="16" name="図 15">
            <a:extLst>
              <a:ext uri="{FF2B5EF4-FFF2-40B4-BE49-F238E27FC236}">
                <a16:creationId xmlns:a16="http://schemas.microsoft.com/office/drawing/2014/main" id="{B0C2DC92-0E94-D042-B182-A75E1CED7BAE}"/>
              </a:ext>
            </a:extLst>
          </p:cNvPr>
          <p:cNvPicPr>
            <a:picLocks noChangeAspect="1"/>
          </p:cNvPicPr>
          <p:nvPr userDrawn="1"/>
        </p:nvPicPr>
        <p:blipFill rotWithShape="1">
          <a:blip r:embed="rId3">
            <a:alphaModFix amt="65000"/>
          </a:blip>
          <a:srcRect t="552" r="9545" b="83808"/>
          <a:stretch/>
        </p:blipFill>
        <p:spPr>
          <a:xfrm>
            <a:off x="7411740" y="-1"/>
            <a:ext cx="4438884" cy="755997"/>
          </a:xfrm>
          <a:prstGeom prst="rect">
            <a:avLst/>
          </a:prstGeom>
        </p:spPr>
      </p:pic>
      <p:sp>
        <p:nvSpPr>
          <p:cNvPr id="17" name="正方形/長方形 16">
            <a:extLst>
              <a:ext uri="{FF2B5EF4-FFF2-40B4-BE49-F238E27FC236}">
                <a16:creationId xmlns:a16="http://schemas.microsoft.com/office/drawing/2014/main" id="{97301427-681F-0446-B4F0-C2643391F3B6}"/>
              </a:ext>
            </a:extLst>
          </p:cNvPr>
          <p:cNvSpPr/>
          <p:nvPr userDrawn="1"/>
        </p:nvSpPr>
        <p:spPr>
          <a:xfrm>
            <a:off x="11447694" y="0"/>
            <a:ext cx="756000" cy="75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kumimoji="1" lang="ja-JP"/>
          </a:p>
        </p:txBody>
      </p:sp>
      <p:sp>
        <p:nvSpPr>
          <p:cNvPr id="18" name="Slide Number Placeholder 8">
            <a:extLst>
              <a:ext uri="{FF2B5EF4-FFF2-40B4-BE49-F238E27FC236}">
                <a16:creationId xmlns:a16="http://schemas.microsoft.com/office/drawing/2014/main" id="{F6307641-AC5E-4C47-BE20-DA84C2EA1196}"/>
              </a:ext>
            </a:extLst>
          </p:cNvPr>
          <p:cNvSpPr txBox="1">
            <a:spLocks/>
          </p:cNvSpPr>
          <p:nvPr userDrawn="1"/>
        </p:nvSpPr>
        <p:spPr>
          <a:xfrm>
            <a:off x="11448000" y="3"/>
            <a:ext cx="757200" cy="755997"/>
          </a:xfrm>
          <a:prstGeom prst="rect">
            <a:avLst/>
          </a:prstGeom>
          <a:solidFill>
            <a:schemeClr val="tx2">
              <a:alpha val="49804"/>
            </a:schemeClr>
          </a:solidFill>
        </p:spPr>
        <p:txBody>
          <a:bodyPr vert="horz" lIns="0" tIns="0" rIns="0" bIns="0" numCol="1" anchor="ctr" anchorCtr="1"/>
          <a:lstStyle>
            <a:defPPr>
              <a:defRPr lang="en-US"/>
            </a:defPPr>
            <a:lvl1pPr marL="0" algn="ctr" defTabSz="457200" rtl="0" eaLnBrk="1" latinLnBrk="0" hangingPunct="1">
              <a:defRPr sz="2200" b="0" i="0" kern="1200">
                <a:solidFill>
                  <a:schemeClr val="bg1"/>
                </a:solidFill>
                <a:latin typeface="Arial" panose="020B0604020202020204" pitchFamily="34" charset="0"/>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pic>
        <p:nvPicPr>
          <p:cNvPr id="10" name="図 9">
            <a:extLst>
              <a:ext uri="{FF2B5EF4-FFF2-40B4-BE49-F238E27FC236}">
                <a16:creationId xmlns:a16="http://schemas.microsoft.com/office/drawing/2014/main" id="{8386A84C-5B76-CD4C-8B72-A679C46019A0}"/>
              </a:ext>
            </a:extLst>
          </p:cNvPr>
          <p:cNvPicPr>
            <a:picLocks noChangeAspect="1"/>
          </p:cNvPicPr>
          <p:nvPr userDrawn="1"/>
        </p:nvPicPr>
        <p:blipFill>
          <a:blip r:embed="rId4"/>
          <a:stretch>
            <a:fillRect/>
          </a:stretch>
        </p:blipFill>
        <p:spPr>
          <a:xfrm>
            <a:off x="167730" y="118800"/>
            <a:ext cx="468000" cy="630240"/>
          </a:xfrm>
          <a:prstGeom prst="rect">
            <a:avLst/>
          </a:prstGeom>
        </p:spPr>
      </p:pic>
    </p:spTree>
    <p:extLst>
      <p:ext uri="{BB962C8B-B14F-4D97-AF65-F5344CB8AC3E}">
        <p14:creationId xmlns:p14="http://schemas.microsoft.com/office/powerpoint/2010/main" val="164252084"/>
      </p:ext>
    </p:extLst>
  </p:cSld>
  <p:clrMap bg1="lt1" tx1="dk1" bg2="lt2" tx2="dk2" accent1="accent1" accent2="accent2" accent3="accent3" accent4="accent4" accent5="accent5" accent6="accent6" hlink="hlink" folHlink="folHlink"/>
  <p:sldLayoutIdLst>
    <p:sldLayoutId id="2147483657"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0131DDD5-1330-2041-A5AD-13BCAB686D97}"/>
              </a:ext>
            </a:extLst>
          </p:cNvPr>
          <p:cNvSpPr/>
          <p:nvPr userDrawn="1"/>
        </p:nvSpPr>
        <p:spPr>
          <a:xfrm>
            <a:off x="0" y="4338000"/>
            <a:ext cx="12192000" cy="2520000"/>
          </a:xfrm>
          <a:custGeom>
            <a:avLst/>
            <a:gdLst/>
            <a:ahLst/>
            <a:cxnLst/>
            <a:rect l="l" t="t" r="r" b="b"/>
            <a:pathLst>
              <a:path w="12192000" h="2540000">
                <a:moveTo>
                  <a:pt x="12191453" y="0"/>
                </a:moveTo>
                <a:lnTo>
                  <a:pt x="0" y="0"/>
                </a:lnTo>
                <a:lnTo>
                  <a:pt x="0" y="2540000"/>
                </a:lnTo>
                <a:lnTo>
                  <a:pt x="12191453" y="2540000"/>
                </a:lnTo>
                <a:lnTo>
                  <a:pt x="12191453" y="0"/>
                </a:lnTo>
                <a:close/>
              </a:path>
            </a:pathLst>
          </a:custGeom>
          <a:solidFill>
            <a:schemeClr val="tx2"/>
          </a:solidFill>
        </p:spPr>
        <p:txBody>
          <a:bodyPr wrap="square" lIns="0" tIns="0" rIns="0" bIns="0" numCol="1" rtlCol="0"/>
          <a:lstStyle/>
          <a:p>
            <a:endParaRPr sz="1351" dirty="0">
              <a:solidFill>
                <a:schemeClr val="tx2"/>
              </a:solidFill>
            </a:endParaRPr>
          </a:p>
        </p:txBody>
      </p:sp>
      <p:pic>
        <p:nvPicPr>
          <p:cNvPr id="5" name="図 4">
            <a:extLst>
              <a:ext uri="{FF2B5EF4-FFF2-40B4-BE49-F238E27FC236}">
                <a16:creationId xmlns:a16="http://schemas.microsoft.com/office/drawing/2014/main" id="{1893FB54-3250-394D-BB55-B642207E6826}"/>
              </a:ext>
            </a:extLst>
          </p:cNvPr>
          <p:cNvPicPr>
            <a:picLocks noChangeAspect="1"/>
          </p:cNvPicPr>
          <p:nvPr userDrawn="1"/>
        </p:nvPicPr>
        <p:blipFill>
          <a:blip r:embed="rId3"/>
          <a:stretch>
            <a:fillRect/>
          </a:stretch>
        </p:blipFill>
        <p:spPr>
          <a:xfrm>
            <a:off x="4" y="180099"/>
            <a:ext cx="720000" cy="720000"/>
          </a:xfrm>
          <a:prstGeom prst="rect">
            <a:avLst/>
          </a:prstGeom>
        </p:spPr>
      </p:pic>
    </p:spTree>
    <p:extLst>
      <p:ext uri="{BB962C8B-B14F-4D97-AF65-F5344CB8AC3E}">
        <p14:creationId xmlns:p14="http://schemas.microsoft.com/office/powerpoint/2010/main" val="2468467535"/>
      </p:ext>
    </p:extLst>
  </p:cSld>
  <p:clrMap bg1="lt1" tx1="dk1" bg2="lt2" tx2="dk2" accent1="accent1" accent2="accent2" accent3="accent3" accent4="accent4" accent5="accent5" accent6="accent6" hlink="hlink" folHlink="folHlink"/>
  <p:sldLayoutIdLst>
    <p:sldLayoutId id="2147483658"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object 3">
            <a:extLst>
              <a:ext uri="{FF2B5EF4-FFF2-40B4-BE49-F238E27FC236}">
                <a16:creationId xmlns:a16="http://schemas.microsoft.com/office/drawing/2014/main" id="{0131DDD5-1330-2041-A5AD-13BCAB686D97}"/>
              </a:ext>
            </a:extLst>
          </p:cNvPr>
          <p:cNvSpPr/>
          <p:nvPr userDrawn="1"/>
        </p:nvSpPr>
        <p:spPr>
          <a:xfrm>
            <a:off x="0" y="4338000"/>
            <a:ext cx="12192000" cy="2520000"/>
          </a:xfrm>
          <a:custGeom>
            <a:avLst/>
            <a:gdLst/>
            <a:ahLst/>
            <a:cxnLst/>
            <a:rect l="l" t="t" r="r" b="b"/>
            <a:pathLst>
              <a:path w="12192000" h="2540000">
                <a:moveTo>
                  <a:pt x="12191453" y="0"/>
                </a:moveTo>
                <a:lnTo>
                  <a:pt x="0" y="0"/>
                </a:lnTo>
                <a:lnTo>
                  <a:pt x="0" y="2540000"/>
                </a:lnTo>
                <a:lnTo>
                  <a:pt x="12191453" y="2540000"/>
                </a:lnTo>
                <a:lnTo>
                  <a:pt x="12191453" y="0"/>
                </a:lnTo>
                <a:close/>
              </a:path>
            </a:pathLst>
          </a:custGeom>
          <a:solidFill>
            <a:schemeClr val="tx2">
              <a:alpha val="30000"/>
            </a:schemeClr>
          </a:solidFill>
        </p:spPr>
        <p:txBody>
          <a:bodyPr wrap="square" lIns="0" tIns="0" rIns="0" bIns="0" numCol="1" rtlCol="0"/>
          <a:lstStyle/>
          <a:p>
            <a:endParaRPr sz="1351" dirty="0">
              <a:solidFill>
                <a:schemeClr val="tx2"/>
              </a:solidFill>
            </a:endParaRPr>
          </a:p>
        </p:txBody>
      </p:sp>
      <p:pic>
        <p:nvPicPr>
          <p:cNvPr id="5" name="図 4">
            <a:extLst>
              <a:ext uri="{FF2B5EF4-FFF2-40B4-BE49-F238E27FC236}">
                <a16:creationId xmlns:a16="http://schemas.microsoft.com/office/drawing/2014/main" id="{BC1D7927-5D95-4D4A-B3AB-4E1BC6967920}"/>
              </a:ext>
            </a:extLst>
          </p:cNvPr>
          <p:cNvPicPr>
            <a:picLocks noChangeAspect="1"/>
          </p:cNvPicPr>
          <p:nvPr userDrawn="1"/>
        </p:nvPicPr>
        <p:blipFill>
          <a:blip r:embed="rId3"/>
          <a:stretch>
            <a:fillRect/>
          </a:stretch>
        </p:blipFill>
        <p:spPr>
          <a:xfrm>
            <a:off x="4" y="180099"/>
            <a:ext cx="720000" cy="720000"/>
          </a:xfrm>
          <a:prstGeom prst="rect">
            <a:avLst/>
          </a:prstGeom>
        </p:spPr>
      </p:pic>
    </p:spTree>
    <p:extLst>
      <p:ext uri="{BB962C8B-B14F-4D97-AF65-F5344CB8AC3E}">
        <p14:creationId xmlns:p14="http://schemas.microsoft.com/office/powerpoint/2010/main" val="2875150966"/>
      </p:ext>
    </p:extLst>
  </p:cSld>
  <p:clrMap bg1="lt1" tx1="dk1" bg2="lt2" tx2="dk2" accent1="accent1" accent2="accent2" accent3="accent3" accent4="accent4" accent5="accent5" accent6="accent6" hlink="hlink" folHlink="folHlink"/>
  <p:sldLayoutIdLst>
    <p:sldLayoutId id="2147483659" r:id="rId1"/>
  </p:sldLayoutIdLst>
  <p:hf hd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260CA17-1828-B444-8E57-F7066CCBBE9A}"/>
              </a:ext>
            </a:extLst>
          </p:cNvPr>
          <p:cNvSpPr/>
          <p:nvPr userDrawn="1"/>
        </p:nvSpPr>
        <p:spPr>
          <a:xfrm>
            <a:off x="-3" y="6138000"/>
            <a:ext cx="12192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pic>
        <p:nvPicPr>
          <p:cNvPr id="9" name="図 8">
            <a:extLst>
              <a:ext uri="{FF2B5EF4-FFF2-40B4-BE49-F238E27FC236}">
                <a16:creationId xmlns:a16="http://schemas.microsoft.com/office/drawing/2014/main" id="{80AEC329-0BAD-8647-8C0E-647A18E3BB7B}"/>
              </a:ext>
            </a:extLst>
          </p:cNvPr>
          <p:cNvPicPr>
            <a:picLocks noChangeAspect="1"/>
          </p:cNvPicPr>
          <p:nvPr userDrawn="1"/>
        </p:nvPicPr>
        <p:blipFill>
          <a:blip r:embed="rId3"/>
          <a:stretch>
            <a:fillRect/>
          </a:stretch>
        </p:blipFill>
        <p:spPr>
          <a:xfrm>
            <a:off x="11440000" y="6264000"/>
            <a:ext cx="480000" cy="468000"/>
          </a:xfrm>
          <a:prstGeom prst="rect">
            <a:avLst/>
          </a:prstGeom>
        </p:spPr>
      </p:pic>
    </p:spTree>
    <p:extLst>
      <p:ext uri="{BB962C8B-B14F-4D97-AF65-F5344CB8AC3E}">
        <p14:creationId xmlns:p14="http://schemas.microsoft.com/office/powerpoint/2010/main" val="822923594"/>
      </p:ext>
    </p:extLst>
  </p:cSld>
  <p:clrMap bg1="lt1" tx1="dk1" bg2="lt2" tx2="dk2" accent1="accent1" accent2="accent2" accent3="accent3" accent4="accent4" accent5="accent5" accent6="accent6" hlink="hlink" folHlink="folHlink"/>
  <p:sldLayoutIdLst>
    <p:sldLayoutId id="2147483660"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260CA17-1828-B444-8E57-F7066CCBBE9A}"/>
              </a:ext>
            </a:extLst>
          </p:cNvPr>
          <p:cNvSpPr/>
          <p:nvPr userDrawn="1"/>
        </p:nvSpPr>
        <p:spPr>
          <a:xfrm>
            <a:off x="-3" y="6138000"/>
            <a:ext cx="12192000" cy="720000"/>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pic>
        <p:nvPicPr>
          <p:cNvPr id="9" name="図 8">
            <a:extLst>
              <a:ext uri="{FF2B5EF4-FFF2-40B4-BE49-F238E27FC236}">
                <a16:creationId xmlns:a16="http://schemas.microsoft.com/office/drawing/2014/main" id="{80AEC329-0BAD-8647-8C0E-647A18E3BB7B}"/>
              </a:ext>
            </a:extLst>
          </p:cNvPr>
          <p:cNvPicPr>
            <a:picLocks noChangeAspect="1"/>
          </p:cNvPicPr>
          <p:nvPr userDrawn="1"/>
        </p:nvPicPr>
        <p:blipFill>
          <a:blip r:embed="rId3"/>
          <a:stretch>
            <a:fillRect/>
          </a:stretch>
        </p:blipFill>
        <p:spPr>
          <a:xfrm>
            <a:off x="11440000" y="6264000"/>
            <a:ext cx="480000" cy="468000"/>
          </a:xfrm>
          <a:prstGeom prst="rect">
            <a:avLst/>
          </a:prstGeom>
        </p:spPr>
      </p:pic>
    </p:spTree>
    <p:extLst>
      <p:ext uri="{BB962C8B-B14F-4D97-AF65-F5344CB8AC3E}">
        <p14:creationId xmlns:p14="http://schemas.microsoft.com/office/powerpoint/2010/main" val="709313533"/>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1D7E29-3256-2C4B-9151-2DBCD829888C}"/>
              </a:ext>
            </a:extLst>
          </p:cNvPr>
          <p:cNvSpPr/>
          <p:nvPr userDrawn="1"/>
        </p:nvSpPr>
        <p:spPr>
          <a:xfrm>
            <a:off x="-3"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
        <p:nvSpPr>
          <p:cNvPr id="8" name="正方形/長方形 7">
            <a:extLst>
              <a:ext uri="{FF2B5EF4-FFF2-40B4-BE49-F238E27FC236}">
                <a16:creationId xmlns:a16="http://schemas.microsoft.com/office/drawing/2014/main" id="{10CE7C9C-AE13-774A-9627-59272ACAB1DB}"/>
              </a:ext>
            </a:extLst>
          </p:cNvPr>
          <p:cNvSpPr/>
          <p:nvPr userDrawn="1"/>
        </p:nvSpPr>
        <p:spPr>
          <a:xfrm>
            <a:off x="240000" y="180000"/>
            <a:ext cx="11712000" cy="59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pic>
        <p:nvPicPr>
          <p:cNvPr id="9" name="図 8">
            <a:extLst>
              <a:ext uri="{FF2B5EF4-FFF2-40B4-BE49-F238E27FC236}">
                <a16:creationId xmlns:a16="http://schemas.microsoft.com/office/drawing/2014/main" id="{4636534E-F0B3-3043-A012-CB2919E57A24}"/>
              </a:ext>
            </a:extLst>
          </p:cNvPr>
          <p:cNvPicPr>
            <a:picLocks noChangeAspect="1"/>
          </p:cNvPicPr>
          <p:nvPr userDrawn="1"/>
        </p:nvPicPr>
        <p:blipFill>
          <a:blip r:embed="rId3"/>
          <a:stretch>
            <a:fillRect/>
          </a:stretch>
        </p:blipFill>
        <p:spPr>
          <a:xfrm>
            <a:off x="11440000" y="6264000"/>
            <a:ext cx="480000" cy="468000"/>
          </a:xfrm>
          <a:prstGeom prst="rect">
            <a:avLst/>
          </a:prstGeom>
        </p:spPr>
      </p:pic>
    </p:spTree>
    <p:extLst>
      <p:ext uri="{BB962C8B-B14F-4D97-AF65-F5344CB8AC3E}">
        <p14:creationId xmlns:p14="http://schemas.microsoft.com/office/powerpoint/2010/main" val="4253898640"/>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1D7E29-3256-2C4B-9151-2DBCD829888C}"/>
              </a:ext>
            </a:extLst>
          </p:cNvPr>
          <p:cNvSpPr/>
          <p:nvPr userDrawn="1"/>
        </p:nvSpPr>
        <p:spPr>
          <a:xfrm>
            <a:off x="-3" y="0"/>
            <a:ext cx="12192000" cy="6858000"/>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sp>
        <p:nvSpPr>
          <p:cNvPr id="8" name="正方形/長方形 7">
            <a:extLst>
              <a:ext uri="{FF2B5EF4-FFF2-40B4-BE49-F238E27FC236}">
                <a16:creationId xmlns:a16="http://schemas.microsoft.com/office/drawing/2014/main" id="{10CE7C9C-AE13-774A-9627-59272ACAB1DB}"/>
              </a:ext>
            </a:extLst>
          </p:cNvPr>
          <p:cNvSpPr/>
          <p:nvPr userDrawn="1"/>
        </p:nvSpPr>
        <p:spPr>
          <a:xfrm>
            <a:off x="240000" y="180000"/>
            <a:ext cx="11712000" cy="59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numCol="1" rtlCol="0" anchor="ctr"/>
          <a:lstStyle/>
          <a:p>
            <a:pPr algn="ctr"/>
            <a:endParaRPr lang="ja-JP" sz="1351"/>
          </a:p>
        </p:txBody>
      </p:sp>
      <p:pic>
        <p:nvPicPr>
          <p:cNvPr id="9" name="図 8">
            <a:extLst>
              <a:ext uri="{FF2B5EF4-FFF2-40B4-BE49-F238E27FC236}">
                <a16:creationId xmlns:a16="http://schemas.microsoft.com/office/drawing/2014/main" id="{4636534E-F0B3-3043-A012-CB2919E57A24}"/>
              </a:ext>
            </a:extLst>
          </p:cNvPr>
          <p:cNvPicPr>
            <a:picLocks noChangeAspect="1"/>
          </p:cNvPicPr>
          <p:nvPr userDrawn="1"/>
        </p:nvPicPr>
        <p:blipFill>
          <a:blip r:embed="rId3"/>
          <a:stretch>
            <a:fillRect/>
          </a:stretch>
        </p:blipFill>
        <p:spPr>
          <a:xfrm>
            <a:off x="11440000" y="6264000"/>
            <a:ext cx="480000" cy="468000"/>
          </a:xfrm>
          <a:prstGeom prst="rect">
            <a:avLst/>
          </a:prstGeom>
        </p:spPr>
      </p:pic>
    </p:spTree>
    <p:extLst>
      <p:ext uri="{BB962C8B-B14F-4D97-AF65-F5344CB8AC3E}">
        <p14:creationId xmlns:p14="http://schemas.microsoft.com/office/powerpoint/2010/main" val="857598872"/>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lt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41B6E2-D942-14DF-3F8E-FE79A9CC8504}"/>
              </a:ext>
            </a:extLst>
          </p:cNvPr>
          <p:cNvSpPr>
            <a:spLocks noGrp="1"/>
          </p:cNvSpPr>
          <p:nvPr>
            <p:ph type="ctrTitle"/>
          </p:nvPr>
        </p:nvSpPr>
        <p:spPr/>
        <p:txBody>
          <a:bodyPr/>
          <a:lstStyle/>
          <a:p>
            <a:r>
              <a:rPr kumimoji="1" lang="ja-JP" altLang="en-US"/>
              <a:t>論文化に向けた論点</a:t>
            </a:r>
          </a:p>
        </p:txBody>
      </p:sp>
      <p:sp>
        <p:nvSpPr>
          <p:cNvPr id="3" name="字幕 2">
            <a:extLst>
              <a:ext uri="{FF2B5EF4-FFF2-40B4-BE49-F238E27FC236}">
                <a16:creationId xmlns:a16="http://schemas.microsoft.com/office/drawing/2014/main" id="{7071CC11-FFB8-D7F1-94C9-57F580D759E8}"/>
              </a:ext>
            </a:extLst>
          </p:cNvPr>
          <p:cNvSpPr>
            <a:spLocks noGrp="1"/>
          </p:cNvSpPr>
          <p:nvPr>
            <p:ph type="subTitle" idx="1"/>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D5C065A0-B9ED-BFB2-2030-E8D39D912DE8}"/>
              </a:ext>
            </a:extLst>
          </p:cNvPr>
          <p:cNvSpPr txBox="1"/>
          <p:nvPr/>
        </p:nvSpPr>
        <p:spPr>
          <a:xfrm>
            <a:off x="124385" y="824225"/>
            <a:ext cx="9778639" cy="6186309"/>
          </a:xfrm>
          <a:prstGeom prst="rect">
            <a:avLst/>
          </a:prstGeom>
          <a:noFill/>
        </p:spPr>
        <p:txBody>
          <a:bodyPr wrap="none">
            <a:spAutoFit/>
          </a:bodyPr>
          <a:lstStyle/>
          <a:p>
            <a:pPr marL="342900" indent="-342900">
              <a:buAutoNum type="arabicPeriod"/>
            </a:pPr>
            <a:r>
              <a:rPr lang="ja-JP" altLang="en-US" sz="1400" b="1"/>
              <a:t>期待契約件数が下がると、何が嬉しいのか？</a:t>
            </a:r>
            <a:endParaRPr lang="en-US" altLang="ja-JP" sz="1400" b="1" dirty="0"/>
          </a:p>
          <a:p>
            <a:pPr marL="342900" indent="-342900">
              <a:buAutoNum type="arabicPeriod"/>
            </a:pPr>
            <a:endParaRPr lang="en-US" altLang="ja-JP" sz="1400" dirty="0"/>
          </a:p>
          <a:p>
            <a:r>
              <a:rPr lang="ja-JP" altLang="en-US" sz="1400" b="1"/>
              <a:t>検討が必要な事項</a:t>
            </a:r>
            <a:endParaRPr lang="ja-JP" altLang="en-US" sz="1400"/>
          </a:p>
          <a:p>
            <a:pPr marL="285750" indent="-285750">
              <a:buFont typeface="Wingdings" pitchFamily="2" charset="2"/>
              <a:buChar char="l"/>
            </a:pPr>
            <a:r>
              <a:rPr lang="ja-JP" altLang="en-US" sz="1400"/>
              <a:t>契約件数削減が、バンドリングによるメリットの代替になりうるのか。</a:t>
            </a:r>
            <a:endParaRPr lang="en-US" altLang="ja-JP" sz="1400" dirty="0"/>
          </a:p>
          <a:p>
            <a:pPr marL="742950" lvl="1" indent="-285750">
              <a:buFont typeface="Wingdings" pitchFamily="2" charset="2"/>
              <a:buChar char="ü"/>
            </a:pPr>
            <a:r>
              <a:rPr lang="ja-JP" altLang="en-US" sz="1200">
                <a:solidFill>
                  <a:schemeClr val="tx1">
                    <a:lumMod val="50000"/>
                    <a:lumOff val="50000"/>
                  </a:schemeClr>
                </a:solidFill>
              </a:rPr>
              <a:t>小規模・散在・確率的に橋梁補修需要が発生する</a:t>
            </a:r>
          </a:p>
          <a:p>
            <a:pPr marL="742950" lvl="1" indent="-285750">
              <a:buFont typeface="Wingdings" pitchFamily="2" charset="2"/>
              <a:buChar char="ü"/>
            </a:pPr>
            <a:r>
              <a:rPr lang="ja-JP" altLang="en-US" sz="1200">
                <a:solidFill>
                  <a:schemeClr val="tx1">
                    <a:lumMod val="50000"/>
                    <a:lumOff val="50000"/>
                  </a:schemeClr>
                </a:solidFill>
              </a:rPr>
              <a:t>行政界ごとに扱うと、近接して発生した需要でも別々の契約になる可能性がある</a:t>
            </a:r>
          </a:p>
          <a:p>
            <a:pPr marL="742950" lvl="1" indent="-285750">
              <a:buFont typeface="Wingdings" pitchFamily="2" charset="2"/>
              <a:buChar char="ü"/>
            </a:pPr>
            <a:r>
              <a:rPr lang="ja-JP" altLang="en-US" sz="1200">
                <a:solidFill>
                  <a:schemeClr val="tx1">
                    <a:lumMod val="50000"/>
                    <a:lumOff val="50000"/>
                  </a:schemeClr>
                </a:solidFill>
              </a:rPr>
              <a:t>行政界を越えて地域分割すると、近接需要を同一契約単位にまとめられる可能性がある</a:t>
            </a:r>
          </a:p>
          <a:p>
            <a:pPr marL="742950" lvl="1" indent="-285750">
              <a:buFont typeface="Wingdings" pitchFamily="2" charset="2"/>
              <a:buChar char="ü"/>
            </a:pPr>
            <a:r>
              <a:rPr lang="ja-JP" altLang="en-US" sz="1200">
                <a:solidFill>
                  <a:schemeClr val="tx1">
                    <a:lumMod val="50000"/>
                    <a:lumOff val="50000"/>
                  </a:schemeClr>
                </a:solidFill>
              </a:rPr>
              <a:t>その結果、期待契約件数が下がる</a:t>
            </a:r>
          </a:p>
          <a:p>
            <a:pPr marL="742950" lvl="1" indent="-285750">
              <a:buFont typeface="Wingdings" pitchFamily="2" charset="2"/>
              <a:buChar char="ü"/>
            </a:pPr>
            <a:r>
              <a:rPr lang="ja-JP" altLang="en-US" sz="1200">
                <a:solidFill>
                  <a:schemeClr val="tx1">
                    <a:lumMod val="50000"/>
                    <a:lumOff val="50000"/>
                  </a:schemeClr>
                </a:solidFill>
              </a:rPr>
              <a:t>では、期待契約件数が下がることは何を意味するのか？</a:t>
            </a:r>
            <a:endParaRPr lang="en-US" altLang="ja-JP" sz="1400" dirty="0"/>
          </a:p>
          <a:p>
            <a:r>
              <a:rPr lang="ja-JP" altLang="en-US" sz="1400" u="sng"/>
              <a:t>バンドリングのメリデメ</a:t>
            </a:r>
            <a:br>
              <a:rPr lang="en-US" altLang="ja-JP" sz="1400" u="sng" dirty="0"/>
            </a:br>
            <a:br>
              <a:rPr lang="en-US" altLang="ja-JP" sz="1400" u="sng" dirty="0"/>
            </a:br>
            <a:endParaRPr lang="en-US" altLang="ja-JP" sz="1400" u="sng" dirty="0"/>
          </a:p>
          <a:p>
            <a:endParaRPr lang="en-US" altLang="ja-JP" sz="1400" dirty="0"/>
          </a:p>
          <a:p>
            <a:endParaRPr lang="en-US" altLang="ja-JP" sz="1400" dirty="0"/>
          </a:p>
          <a:p>
            <a:endParaRPr lang="en-US" altLang="ja-JP" sz="1400" dirty="0"/>
          </a:p>
          <a:p>
            <a:endParaRPr lang="en-US" altLang="ja-JP" sz="1400" dirty="0"/>
          </a:p>
          <a:p>
            <a:endParaRPr lang="en-US" altLang="ja-JP" sz="1400" dirty="0"/>
          </a:p>
          <a:p>
            <a:endParaRPr lang="ja-JP" altLang="en-US" sz="1400"/>
          </a:p>
          <a:p>
            <a:r>
              <a:rPr lang="ja-JP" altLang="en-US" sz="1400" b="1"/>
              <a:t>参考資料から読み取れること事項</a:t>
            </a:r>
            <a:endParaRPr lang="ja-JP" altLang="en-US" sz="1400"/>
          </a:p>
          <a:p>
            <a:pPr marL="285750" indent="-285750">
              <a:buFont typeface="Wingdings" pitchFamily="2" charset="2"/>
              <a:buChar char="l"/>
            </a:pPr>
            <a:r>
              <a:rPr lang="ja-JP" altLang="en-US" sz="1400"/>
              <a:t>発注者業務は修繕計画、発注計画、特記仕様書作成、積算、入札・契約、監督・検査</a:t>
            </a:r>
            <a:br>
              <a:rPr lang="en-US" altLang="ja-JP" sz="1400" dirty="0"/>
            </a:br>
            <a:r>
              <a:rPr lang="ja-JP" altLang="en-US" sz="1400"/>
              <a:t>（維持管理等の入札契約方式ガイドライン案）</a:t>
            </a:r>
            <a:br>
              <a:rPr lang="en-US" altLang="ja-JP" sz="1400" dirty="0"/>
            </a:br>
            <a:r>
              <a:rPr lang="ja-JP" altLang="en-US" sz="1400"/>
              <a:t>→契約単位が増えると、発注者が管理すべき手続き・管理単位も増えるであろう</a:t>
            </a:r>
            <a:endParaRPr lang="en-US" altLang="ja-JP" sz="1400" dirty="0"/>
          </a:p>
          <a:p>
            <a:pPr marL="285750" indent="-285750">
              <a:buFont typeface="Wingdings" pitchFamily="2" charset="2"/>
              <a:buChar char="l"/>
            </a:pPr>
            <a:r>
              <a:rPr lang="ja-JP" altLang="en-US" sz="1400"/>
              <a:t>定期点検、長寿命化修繕計画、補修設計を</a:t>
            </a:r>
            <a:r>
              <a:rPr lang="en-US" altLang="ja-JP" sz="1400" dirty="0"/>
              <a:t>5</a:t>
            </a:r>
            <a:r>
              <a:rPr lang="ja-JP" altLang="en-US" sz="1400"/>
              <a:t>年間包括化による契約手続き削減が発注者負担軽減</a:t>
            </a:r>
            <a:br>
              <a:rPr lang="en-US" altLang="ja-JP" sz="1400" dirty="0"/>
            </a:br>
            <a:r>
              <a:rPr lang="ja-JP" altLang="en-US" sz="1400"/>
              <a:t>（多摩市</a:t>
            </a:r>
            <a:r>
              <a:rPr lang="en-US" altLang="ja-JP" sz="1400" dirty="0"/>
              <a:t>_</a:t>
            </a:r>
            <a:r>
              <a:rPr lang="ja-JP" altLang="en-US" sz="1400"/>
              <a:t>包括的民間委託を活用した橋梁維持管理）</a:t>
            </a:r>
            <a:endParaRPr lang="en-US" altLang="ja-JP" sz="1400" dirty="0"/>
          </a:p>
          <a:p>
            <a:pPr marL="285750" indent="-285750">
              <a:buFont typeface="Wingdings" pitchFamily="2" charset="2"/>
              <a:buChar char="l"/>
            </a:pPr>
            <a:r>
              <a:rPr lang="ja-JP" altLang="en-US" sz="1400"/>
              <a:t>定期点検の地域一括発注により、発注手続きや関係機関協議の省力化、市町村職員の負担軽減</a:t>
            </a:r>
            <a:br>
              <a:rPr lang="en-US" altLang="ja-JP" sz="1400" dirty="0"/>
            </a:br>
            <a:r>
              <a:rPr lang="ja-JP" altLang="en-US" sz="1400"/>
              <a:t>（宮崎県建設技術推進機構</a:t>
            </a:r>
            <a:r>
              <a:rPr lang="en-US" altLang="ja-JP" sz="1400" dirty="0"/>
              <a:t>_</a:t>
            </a:r>
            <a:r>
              <a:rPr lang="ja-JP" altLang="en-US" sz="1400"/>
              <a:t>地域一括発注におけるインフラマネジメントの取組）</a:t>
            </a:r>
            <a:endParaRPr lang="en-US" altLang="ja-JP" sz="1400" dirty="0"/>
          </a:p>
          <a:p>
            <a:pPr marL="285750" indent="-285750">
              <a:buFont typeface="Wingdings" pitchFamily="2" charset="2"/>
              <a:buChar char="l"/>
            </a:pPr>
            <a:r>
              <a:rPr lang="ja-JP" altLang="en-US" sz="1400" b="0">
                <a:effectLst/>
                <a:latin typeface="Menlo" panose="020B0609030804020204" pitchFamily="49" charset="0"/>
              </a:rPr>
              <a:t>発注から作業完了までの期間短縮や職員の負担評価軽減もありうるが、導入初期には書類作成時間等が増える場合がある</a:t>
            </a:r>
            <a:br>
              <a:rPr lang="en-US" altLang="ja-JP" sz="1400" b="0" dirty="0">
                <a:effectLst/>
                <a:latin typeface="Menlo" panose="020B0609030804020204" pitchFamily="49" charset="0"/>
              </a:rPr>
            </a:br>
            <a:r>
              <a:rPr lang="ja-JP" altLang="en-US" sz="1400" b="0">
                <a:effectLst/>
                <a:latin typeface="Menlo" panose="020B0609030804020204" pitchFamily="49" charset="0"/>
              </a:rPr>
              <a:t>（インフラメンテナンス包括的民間委託導入の手引き：真鶴町）</a:t>
            </a:r>
          </a:p>
        </p:txBody>
      </p:sp>
      <p:graphicFrame>
        <p:nvGraphicFramePr>
          <p:cNvPr id="7" name="表 6">
            <a:extLst>
              <a:ext uri="{FF2B5EF4-FFF2-40B4-BE49-F238E27FC236}">
                <a16:creationId xmlns:a16="http://schemas.microsoft.com/office/drawing/2014/main" id="{32A7F4ED-572C-4636-00B9-F743077BC703}"/>
              </a:ext>
            </a:extLst>
          </p:cNvPr>
          <p:cNvGraphicFramePr>
            <a:graphicFrameLocks noGrp="1"/>
          </p:cNvGraphicFramePr>
          <p:nvPr>
            <p:extLst>
              <p:ext uri="{D42A27DB-BD31-4B8C-83A1-F6EECF244321}">
                <p14:modId xmlns:p14="http://schemas.microsoft.com/office/powerpoint/2010/main" val="254905856"/>
              </p:ext>
            </p:extLst>
          </p:nvPr>
        </p:nvGraphicFramePr>
        <p:xfrm>
          <a:off x="267261" y="2908921"/>
          <a:ext cx="7317149" cy="1554480"/>
        </p:xfrm>
        <a:graphic>
          <a:graphicData uri="http://schemas.openxmlformats.org/drawingml/2006/table">
            <a:tbl>
              <a:tblPr firstRow="1" firstCol="1" bandRow="1">
                <a:tableStyleId>{5C22544A-7EE6-4342-B048-85BDC9FD1C3A}</a:tableStyleId>
              </a:tblPr>
              <a:tblGrid>
                <a:gridCol w="802049">
                  <a:extLst>
                    <a:ext uri="{9D8B030D-6E8A-4147-A177-3AD203B41FA5}">
                      <a16:colId xmlns:a16="http://schemas.microsoft.com/office/drawing/2014/main" val="732485995"/>
                    </a:ext>
                  </a:extLst>
                </a:gridCol>
                <a:gridCol w="2705100">
                  <a:extLst>
                    <a:ext uri="{9D8B030D-6E8A-4147-A177-3AD203B41FA5}">
                      <a16:colId xmlns:a16="http://schemas.microsoft.com/office/drawing/2014/main" val="2596020351"/>
                    </a:ext>
                  </a:extLst>
                </a:gridCol>
                <a:gridCol w="3810000">
                  <a:extLst>
                    <a:ext uri="{9D8B030D-6E8A-4147-A177-3AD203B41FA5}">
                      <a16:colId xmlns:a16="http://schemas.microsoft.com/office/drawing/2014/main" val="1278758753"/>
                    </a:ext>
                  </a:extLst>
                </a:gridCol>
              </a:tblGrid>
              <a:tr h="0">
                <a:tc>
                  <a:txBody>
                    <a:bodyPr/>
                    <a:lstStyle/>
                    <a:p>
                      <a:pPr algn="l" fontAlgn="auto">
                        <a:lnSpc>
                          <a:spcPct val="100000"/>
                        </a:lnSpc>
                      </a:pPr>
                      <a:r>
                        <a:rPr lang="ja-JP" sz="1200">
                          <a:effectLst/>
                        </a:rPr>
                        <a:t>関係者</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l" fontAlgn="auto">
                        <a:lnSpc>
                          <a:spcPct val="100000"/>
                        </a:lnSpc>
                      </a:pPr>
                      <a:r>
                        <a:rPr lang="ja-JP" sz="1200">
                          <a:effectLst/>
                        </a:rPr>
                        <a:t>効果</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l" fontAlgn="auto">
                        <a:lnSpc>
                          <a:spcPct val="100000"/>
                        </a:lnSpc>
                      </a:pPr>
                      <a:r>
                        <a:rPr lang="ja-JP" altLang="ja-JP" sz="1200">
                          <a:effectLst/>
                        </a:rPr>
                        <a:t>デメリット</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172184025"/>
                  </a:ext>
                </a:extLst>
              </a:tr>
              <a:tr h="145274">
                <a:tc>
                  <a:txBody>
                    <a:bodyPr/>
                    <a:lstStyle/>
                    <a:p>
                      <a:pPr algn="l" fontAlgn="auto">
                        <a:lnSpc>
                          <a:spcPct val="100000"/>
                        </a:lnSpc>
                      </a:pPr>
                      <a:r>
                        <a:rPr lang="ja-JP" sz="1200">
                          <a:effectLst/>
                        </a:rPr>
                        <a:t>発注者側</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0000"/>
                        <a:lumOff val="10000"/>
                      </a:schemeClr>
                    </a:solidFill>
                  </a:tcPr>
                </a:tc>
                <a:tc>
                  <a:txBody>
                    <a:bodyPr/>
                    <a:lstStyle/>
                    <a:p>
                      <a:pPr marL="285750" indent="-285750" algn="l" fontAlgn="auto">
                        <a:lnSpc>
                          <a:spcPct val="100000"/>
                        </a:lnSpc>
                        <a:buClr>
                          <a:schemeClr val="tx2"/>
                        </a:buClr>
                        <a:buFont typeface="Wingdings" pitchFamily="2" charset="2"/>
                        <a:buChar char="l"/>
                      </a:pPr>
                      <a:r>
                        <a:rPr lang="ja-JP" sz="1200">
                          <a:effectLst/>
                        </a:rPr>
                        <a:t>契約数や契約にかかる手間の削減</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リソース配分の効率化</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規模の経済による単価の削減</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fontAlgn="auto">
                        <a:lnSpc>
                          <a:spcPct val="100000"/>
                        </a:lnSpc>
                        <a:buClr>
                          <a:schemeClr val="tx2"/>
                        </a:buClr>
                        <a:buFont typeface="Wingdings" pitchFamily="2" charset="2"/>
                        <a:buChar char="l"/>
                      </a:pPr>
                      <a:r>
                        <a:rPr lang="ja-JP" sz="1200">
                          <a:effectLst/>
                        </a:rPr>
                        <a:t>広域化に伴う行政手続きの複雑化</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入札者減少による競争性低下</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調達・品質リスクの集中</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4538187"/>
                  </a:ext>
                </a:extLst>
              </a:tr>
              <a:tr h="186781">
                <a:tc>
                  <a:txBody>
                    <a:bodyPr/>
                    <a:lstStyle/>
                    <a:p>
                      <a:pPr algn="l" fontAlgn="auto">
                        <a:lnSpc>
                          <a:spcPct val="100000"/>
                        </a:lnSpc>
                      </a:pPr>
                      <a:r>
                        <a:rPr lang="ja-JP" sz="1200">
                          <a:effectLst/>
                        </a:rPr>
                        <a:t>受注者側</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90000"/>
                        <a:lumOff val="10000"/>
                      </a:schemeClr>
                    </a:solidFill>
                  </a:tcPr>
                </a:tc>
                <a:tc>
                  <a:txBody>
                    <a:bodyPr/>
                    <a:lstStyle/>
                    <a:p>
                      <a:pPr marL="285750" indent="-285750" algn="l" fontAlgn="auto">
                        <a:lnSpc>
                          <a:spcPct val="100000"/>
                        </a:lnSpc>
                        <a:buClr>
                          <a:schemeClr val="tx2"/>
                        </a:buClr>
                        <a:buFont typeface="Wingdings" pitchFamily="2" charset="2"/>
                        <a:buChar char="l"/>
                      </a:pPr>
                      <a:r>
                        <a:rPr lang="ja-JP" sz="1200">
                          <a:effectLst/>
                        </a:rPr>
                        <a:t>性能規定型の維持管理の実現</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安定した事業量の確保</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専門性の向上</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lgn="l" fontAlgn="auto">
                        <a:lnSpc>
                          <a:spcPct val="100000"/>
                        </a:lnSpc>
                        <a:buClr>
                          <a:schemeClr val="tx2"/>
                        </a:buClr>
                        <a:buFont typeface="Wingdings" pitchFamily="2" charset="2"/>
                        <a:buChar char="l"/>
                      </a:pPr>
                      <a:r>
                        <a:rPr lang="ja-JP" sz="1200">
                          <a:effectLst/>
                        </a:rPr>
                        <a:t>現場の地理的分散による交通維持費・管理費の増加</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生産性低下</a:t>
                      </a:r>
                      <a:endParaRPr lang="en-US" altLang="ja-JP" sz="1200" dirty="0">
                        <a:effectLst/>
                      </a:endParaRPr>
                    </a:p>
                    <a:p>
                      <a:pPr marL="285750" indent="-285750" algn="l" fontAlgn="auto">
                        <a:lnSpc>
                          <a:spcPct val="100000"/>
                        </a:lnSpc>
                        <a:buClr>
                          <a:schemeClr val="tx2"/>
                        </a:buClr>
                        <a:buFont typeface="Wingdings" pitchFamily="2" charset="2"/>
                        <a:buChar char="l"/>
                      </a:pPr>
                      <a:r>
                        <a:rPr lang="ja-JP" sz="1200">
                          <a:effectLst/>
                        </a:rPr>
                        <a:t>一般管理費の増大</a:t>
                      </a:r>
                      <a:endParaRPr lang="ja-JP" sz="1200">
                        <a:effectLst/>
                        <a:latin typeface="Times New Roman" panose="02020603050405020304" pitchFamily="18" charset="0"/>
                        <a:ea typeface="ＭＳ 明朝" panose="02020609040205080304" pitchFamily="49" charset="-128"/>
                        <a:cs typeface="Times New Roman" panose="02020603050405020304" pitchFamily="18"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5988274"/>
                  </a:ext>
                </a:extLst>
              </a:tr>
            </a:tbl>
          </a:graphicData>
        </a:graphic>
      </p:graphicFrame>
      <p:sp>
        <p:nvSpPr>
          <p:cNvPr id="9" name="テキスト ボックス 8">
            <a:extLst>
              <a:ext uri="{FF2B5EF4-FFF2-40B4-BE49-F238E27FC236}">
                <a16:creationId xmlns:a16="http://schemas.microsoft.com/office/drawing/2014/main" id="{DB7C2E32-6499-CD59-694D-67407BE4337F}"/>
              </a:ext>
            </a:extLst>
          </p:cNvPr>
          <p:cNvSpPr txBox="1"/>
          <p:nvPr/>
        </p:nvSpPr>
        <p:spPr>
          <a:xfrm>
            <a:off x="7727286" y="1577567"/>
            <a:ext cx="4435580" cy="3231654"/>
          </a:xfrm>
          <a:prstGeom prst="wedgeRectCallout">
            <a:avLst>
              <a:gd name="adj1" fmla="val -58412"/>
              <a:gd name="adj2" fmla="val -4111"/>
            </a:avLst>
          </a:prstGeom>
          <a:solidFill>
            <a:schemeClr val="accent1">
              <a:lumMod val="20000"/>
              <a:lumOff val="80000"/>
            </a:schemeClr>
          </a:solidFill>
        </p:spPr>
        <p:txBody>
          <a:bodyPr wrap="square">
            <a:spAutoFit/>
          </a:bodyPr>
          <a:lstStyle/>
          <a:p>
            <a:pPr algn="l"/>
            <a:r>
              <a:rPr lang="ja-JP" altLang="en-US" sz="1200" b="1" i="0">
                <a:effectLst/>
                <a:latin typeface="-apple-system"/>
              </a:rPr>
              <a:t>（参考文献）</a:t>
            </a:r>
            <a:br>
              <a:rPr lang="en-US" altLang="ja-JP" sz="1200" b="1" i="0" dirty="0">
                <a:effectLst/>
                <a:latin typeface="-apple-system"/>
              </a:rPr>
            </a:br>
            <a:r>
              <a:rPr lang="ja-JP" altLang="en-US" sz="1200" b="1" i="0">
                <a:effectLst/>
                <a:latin typeface="-apple-system"/>
              </a:rPr>
              <a:t>一般的メリット・デメリットな論点</a:t>
            </a:r>
            <a:endParaRPr lang="ja-JP" altLang="en-US" sz="1200" b="0" i="0">
              <a:effectLst/>
              <a:latin typeface="-apple-system"/>
            </a:endParaRPr>
          </a:p>
          <a:p>
            <a:pPr algn="l">
              <a:buFont typeface="Arial" panose="020B0604020202020204" pitchFamily="34" charset="0"/>
              <a:buChar char="•"/>
            </a:pPr>
            <a:r>
              <a:rPr lang="en" altLang="ja-JP" sz="1200" b="0" i="0" dirty="0" err="1">
                <a:effectLst/>
                <a:latin typeface="Menlo" panose="020B0609030804020204" pitchFamily="49" charset="0"/>
              </a:rPr>
              <a:t>Estache</a:t>
            </a:r>
            <a:r>
              <a:rPr lang="en" altLang="ja-JP" sz="1200" b="0" i="0" dirty="0">
                <a:effectLst/>
                <a:latin typeface="Menlo" panose="020B0609030804020204" pitchFamily="49" charset="0"/>
              </a:rPr>
              <a:t> et al., “(UN)Bundling Infrastructure Procurement”</a:t>
            </a:r>
            <a:endParaRPr lang="en" altLang="ja-JP" sz="1200" b="0" i="0" dirty="0">
              <a:effectLst/>
              <a:latin typeface="-apple-system"/>
            </a:endParaRPr>
          </a:p>
          <a:p>
            <a:pPr algn="l"/>
            <a:r>
              <a:rPr lang="ja-JP" altLang="en-US" sz="1200" b="1" i="0">
                <a:effectLst/>
                <a:latin typeface="-apple-system"/>
              </a:rPr>
              <a:t>橋梁・道路事業のバンドリング事例</a:t>
            </a:r>
            <a:endParaRPr lang="ja-JP" altLang="en-US" sz="1200" b="0" i="0">
              <a:effectLst/>
              <a:latin typeface="-apple-system"/>
            </a:endParaRPr>
          </a:p>
          <a:p>
            <a:pPr algn="l">
              <a:buFont typeface="Arial" panose="020B0604020202020204" pitchFamily="34" charset="0"/>
              <a:buChar char="•"/>
            </a:pPr>
            <a:r>
              <a:rPr lang="en" altLang="ja-JP" sz="1200" b="0" i="0" dirty="0" err="1">
                <a:effectLst/>
                <a:latin typeface="Menlo" panose="020B0609030804020204" pitchFamily="49" charset="0"/>
              </a:rPr>
              <a:t>FHWA_Project_Bundling_Factsheet</a:t>
            </a:r>
            <a:endParaRPr lang="en" altLang="ja-JP" sz="1200" b="0" i="0" dirty="0">
              <a:effectLst/>
              <a:latin typeface="Menlo" panose="020B0609030804020204" pitchFamily="49" charset="0"/>
            </a:endParaRPr>
          </a:p>
          <a:p>
            <a:pPr algn="l">
              <a:buFont typeface="Arial" panose="020B0604020202020204" pitchFamily="34" charset="0"/>
              <a:buChar char="•"/>
            </a:pPr>
            <a:r>
              <a:rPr lang="en" altLang="ja-JP" sz="1200" b="0" i="0" dirty="0" err="1">
                <a:effectLst/>
                <a:latin typeface="Menlo" panose="020B0609030804020204" pitchFamily="49" charset="0"/>
              </a:rPr>
              <a:t>FHWA_Lessons_Learned_from_State_Bridge_Bundling_Programs</a:t>
            </a:r>
            <a:endParaRPr lang="en" altLang="ja-JP" sz="1200" b="0" i="0" dirty="0">
              <a:effectLst/>
              <a:latin typeface="-apple-system"/>
            </a:endParaRPr>
          </a:p>
          <a:p>
            <a:pPr algn="l"/>
            <a:r>
              <a:rPr lang="ja-JP" altLang="en-US" sz="1200" b="1" i="0">
                <a:effectLst/>
                <a:latin typeface="-apple-system"/>
              </a:rPr>
              <a:t>日本の維持管理・包括委託・群マネ資料</a:t>
            </a:r>
            <a:endParaRPr lang="ja-JP" altLang="en-US" sz="1200" b="0" i="0">
              <a:effectLst/>
              <a:latin typeface="-apple-system"/>
            </a:endParaRPr>
          </a:p>
          <a:p>
            <a:pPr algn="l">
              <a:buFont typeface="Arial" panose="020B0604020202020204" pitchFamily="34" charset="0"/>
              <a:buChar char="•"/>
            </a:pPr>
            <a:r>
              <a:rPr lang="ja-JP" altLang="en-US" sz="1200" b="0" i="0">
                <a:effectLst/>
                <a:latin typeface="Menlo" panose="020B0609030804020204" pitchFamily="49" charset="0"/>
              </a:rPr>
              <a:t>土木学会</a:t>
            </a:r>
            <a:r>
              <a:rPr lang="en-US" altLang="ja-JP" sz="1200" b="0" i="0" dirty="0">
                <a:effectLst/>
                <a:latin typeface="Menlo" panose="020B0609030804020204" pitchFamily="49" charset="0"/>
              </a:rPr>
              <a:t>_</a:t>
            </a:r>
            <a:r>
              <a:rPr lang="ja-JP" altLang="en-US" sz="1200" b="0" i="0">
                <a:effectLst/>
                <a:latin typeface="Menlo" panose="020B0609030804020204" pitchFamily="49" charset="0"/>
              </a:rPr>
              <a:t>維持管理等の入札契約方式ガイドライン案</a:t>
            </a:r>
            <a:endParaRPr lang="en-US" altLang="ja-JP" sz="1200" b="0" i="0" dirty="0">
              <a:effectLst/>
              <a:latin typeface="Menlo" panose="020B0609030804020204" pitchFamily="49" charset="0"/>
            </a:endParaRPr>
          </a:p>
          <a:p>
            <a:pPr algn="l">
              <a:buFont typeface="Arial" panose="020B0604020202020204" pitchFamily="34" charset="0"/>
              <a:buChar char="•"/>
            </a:pPr>
            <a:r>
              <a:rPr lang="ja-JP" altLang="en-US" sz="1200" b="0" i="0">
                <a:effectLst/>
                <a:latin typeface="Menlo" panose="020B0609030804020204" pitchFamily="49" charset="0"/>
              </a:rPr>
              <a:t>国交省</a:t>
            </a:r>
            <a:r>
              <a:rPr lang="en-US" altLang="ja-JP" sz="1200" b="0" i="0" dirty="0">
                <a:effectLst/>
                <a:latin typeface="Menlo" panose="020B0609030804020204" pitchFamily="49" charset="0"/>
              </a:rPr>
              <a:t>_</a:t>
            </a:r>
            <a:r>
              <a:rPr lang="ja-JP" altLang="en-US" sz="1200" b="0" i="0">
                <a:effectLst/>
                <a:latin typeface="Menlo" panose="020B0609030804020204" pitchFamily="49" charset="0"/>
              </a:rPr>
              <a:t>インフラメンテナンス包括的民間委託導入の手引き</a:t>
            </a:r>
            <a:endParaRPr lang="en" altLang="ja-JP" sz="1200" b="0" i="0" dirty="0">
              <a:effectLst/>
              <a:latin typeface="-apple-system"/>
            </a:endParaRPr>
          </a:p>
          <a:p>
            <a:pPr algn="l">
              <a:buFont typeface="Arial" panose="020B0604020202020204" pitchFamily="34" charset="0"/>
              <a:buChar char="•"/>
            </a:pPr>
            <a:r>
              <a:rPr lang="ja-JP" altLang="en-US" sz="1200" b="0" i="0">
                <a:effectLst/>
                <a:latin typeface="Menlo" panose="020B0609030804020204" pitchFamily="49" charset="0"/>
              </a:rPr>
              <a:t>国交省</a:t>
            </a:r>
            <a:r>
              <a:rPr lang="en-US" altLang="ja-JP" sz="1200" b="0" i="0" dirty="0">
                <a:effectLst/>
                <a:latin typeface="Menlo" panose="020B0609030804020204" pitchFamily="49" charset="0"/>
              </a:rPr>
              <a:t>_</a:t>
            </a:r>
            <a:r>
              <a:rPr lang="ja-JP" altLang="en-US" sz="1200" b="0" i="0">
                <a:effectLst/>
                <a:latin typeface="Menlo" panose="020B0609030804020204" pitchFamily="49" charset="0"/>
              </a:rPr>
              <a:t>地域インフラ群再生戦略マネジメント手引き</a:t>
            </a:r>
            <a:r>
              <a:rPr lang="en-US" altLang="ja-JP" sz="1200" b="0" i="0" dirty="0">
                <a:effectLst/>
                <a:latin typeface="Menlo" panose="020B0609030804020204" pitchFamily="49" charset="0"/>
              </a:rPr>
              <a:t>_</a:t>
            </a:r>
            <a:r>
              <a:rPr lang="ja-JP" altLang="en-US" sz="1200" b="0" i="0">
                <a:effectLst/>
                <a:latin typeface="Menlo" panose="020B0609030804020204" pitchFamily="49" charset="0"/>
              </a:rPr>
              <a:t>本編</a:t>
            </a:r>
            <a:endParaRPr lang="en" altLang="ja-JP" sz="1200" b="0" i="0" dirty="0">
              <a:effectLst/>
              <a:latin typeface="-apple-system"/>
            </a:endParaRPr>
          </a:p>
          <a:p>
            <a:pPr algn="l"/>
            <a:r>
              <a:rPr lang="ja-JP" altLang="en-US" sz="1200" b="1" i="0">
                <a:effectLst/>
                <a:latin typeface="-apple-system"/>
              </a:rPr>
              <a:t>具体的な国内事例</a:t>
            </a:r>
            <a:endParaRPr lang="ja-JP" altLang="en-US" sz="1200" b="0" i="0">
              <a:effectLst/>
              <a:latin typeface="-apple-system"/>
            </a:endParaRPr>
          </a:p>
          <a:p>
            <a:pPr algn="l">
              <a:buFont typeface="Arial" panose="020B0604020202020204" pitchFamily="34" charset="0"/>
              <a:buChar char="•"/>
            </a:pPr>
            <a:r>
              <a:rPr lang="ja-JP" altLang="en-US" sz="1200" b="0" i="0">
                <a:effectLst/>
                <a:latin typeface="Menlo" panose="020B0609030804020204" pitchFamily="49" charset="0"/>
              </a:rPr>
              <a:t>多摩市</a:t>
            </a:r>
            <a:r>
              <a:rPr lang="ja-JP" altLang="en-US" sz="1200" dirty="0">
                <a:latin typeface="Menlo" panose="020B0609030804020204" pitchFamily="49" charset="0"/>
              </a:rPr>
              <a:t>　</a:t>
            </a:r>
            <a:r>
              <a:rPr lang="ja-JP" altLang="en-US" sz="1200" b="0" i="0">
                <a:effectLst/>
                <a:latin typeface="Menlo" panose="020B0609030804020204" pitchFamily="49" charset="0"/>
              </a:rPr>
              <a:t>包括的民間委託を活用した橋梁維持管理</a:t>
            </a:r>
            <a:endParaRPr lang="en-US" altLang="ja-JP" sz="1200" b="0" i="0" dirty="0">
              <a:effectLst/>
              <a:latin typeface="Menlo" panose="020B0609030804020204" pitchFamily="49" charset="0"/>
            </a:endParaRPr>
          </a:p>
          <a:p>
            <a:pPr algn="l">
              <a:buFont typeface="Arial" panose="020B0604020202020204" pitchFamily="34" charset="0"/>
              <a:buChar char="•"/>
            </a:pPr>
            <a:r>
              <a:rPr lang="ja-JP" altLang="en-US" sz="1200" b="0" i="0">
                <a:effectLst/>
                <a:latin typeface="Menlo" panose="020B0609030804020204" pitchFamily="49" charset="0"/>
              </a:rPr>
              <a:t>宮崎県建設技術推進機構</a:t>
            </a:r>
            <a:r>
              <a:rPr lang="ja-JP" altLang="en-US" sz="1200" dirty="0">
                <a:latin typeface="Menlo" panose="020B0609030804020204" pitchFamily="49" charset="0"/>
              </a:rPr>
              <a:t>　</a:t>
            </a:r>
            <a:r>
              <a:rPr lang="ja-JP" altLang="en-US" sz="1200" b="0" i="0">
                <a:effectLst/>
                <a:latin typeface="Menlo" panose="020B0609030804020204" pitchFamily="49" charset="0"/>
              </a:rPr>
              <a:t>地域一括発注におけるインフラマネジメントの取組</a:t>
            </a:r>
            <a:endParaRPr lang="en-US" altLang="ja-JP" sz="1200" b="0" i="0" dirty="0">
              <a:effectLst/>
              <a:latin typeface="Menlo" panose="020B0609030804020204" pitchFamily="49" charset="0"/>
            </a:endParaRPr>
          </a:p>
          <a:p>
            <a:pPr algn="l">
              <a:buFont typeface="Arial" panose="020B0604020202020204" pitchFamily="34" charset="0"/>
              <a:buChar char="•"/>
            </a:pPr>
            <a:r>
              <a:rPr lang="ja-JP" altLang="en-US" sz="1200" b="0" i="0">
                <a:effectLst/>
                <a:latin typeface="Menlo" panose="020B0609030804020204" pitchFamily="49" charset="0"/>
              </a:rPr>
              <a:t>その他群マネ自治体</a:t>
            </a:r>
            <a:endParaRPr lang="en-US" altLang="ja-JP" sz="1200" b="0" i="0" dirty="0">
              <a:effectLst/>
              <a:latin typeface="Menlo" panose="020B0609030804020204" pitchFamily="49" charset="0"/>
            </a:endParaRPr>
          </a:p>
        </p:txBody>
      </p:sp>
    </p:spTree>
    <p:extLst>
      <p:ext uri="{BB962C8B-B14F-4D97-AF65-F5344CB8AC3E}">
        <p14:creationId xmlns:p14="http://schemas.microsoft.com/office/powerpoint/2010/main" val="1621845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41B6E2-D942-14DF-3F8E-FE79A9CC8504}"/>
              </a:ext>
            </a:extLst>
          </p:cNvPr>
          <p:cNvSpPr>
            <a:spLocks noGrp="1"/>
          </p:cNvSpPr>
          <p:nvPr>
            <p:ph type="ctrTitle"/>
          </p:nvPr>
        </p:nvSpPr>
        <p:spPr/>
        <p:txBody>
          <a:bodyPr/>
          <a:lstStyle/>
          <a:p>
            <a:r>
              <a:rPr kumimoji="1" lang="ja-JP" altLang="en-US"/>
              <a:t>論文化に向けた論点</a:t>
            </a:r>
          </a:p>
        </p:txBody>
      </p:sp>
      <p:sp>
        <p:nvSpPr>
          <p:cNvPr id="3" name="字幕 2">
            <a:extLst>
              <a:ext uri="{FF2B5EF4-FFF2-40B4-BE49-F238E27FC236}">
                <a16:creationId xmlns:a16="http://schemas.microsoft.com/office/drawing/2014/main" id="{7071CC11-FFB8-D7F1-94C9-57F580D759E8}"/>
              </a:ext>
            </a:extLst>
          </p:cNvPr>
          <p:cNvSpPr>
            <a:spLocks noGrp="1"/>
          </p:cNvSpPr>
          <p:nvPr>
            <p:ph type="subTitle" idx="1"/>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D5C065A0-B9ED-BFB2-2030-E8D39D912DE8}"/>
              </a:ext>
            </a:extLst>
          </p:cNvPr>
          <p:cNvSpPr txBox="1"/>
          <p:nvPr/>
        </p:nvSpPr>
        <p:spPr>
          <a:xfrm>
            <a:off x="124385" y="824225"/>
            <a:ext cx="11943790" cy="3323987"/>
          </a:xfrm>
          <a:prstGeom prst="rect">
            <a:avLst/>
          </a:prstGeom>
          <a:solidFill>
            <a:schemeClr val="bg1"/>
          </a:solidFill>
        </p:spPr>
        <p:txBody>
          <a:bodyPr wrap="square">
            <a:spAutoFit/>
          </a:bodyPr>
          <a:lstStyle/>
          <a:p>
            <a:pPr marL="342900" indent="-342900">
              <a:buAutoNum type="arabicPeriod"/>
            </a:pPr>
            <a:r>
              <a:rPr lang="ja-JP" altLang="en-US" sz="1400" b="1"/>
              <a:t>期待契約件数が下がると、何が嬉しいのか？</a:t>
            </a:r>
            <a:endParaRPr lang="en-US" altLang="ja-JP" sz="1400" b="1" dirty="0"/>
          </a:p>
          <a:p>
            <a:pPr marL="342900" indent="-342900">
              <a:buAutoNum type="arabicPeriod"/>
            </a:pPr>
            <a:endParaRPr lang="ja-JP" altLang="en-US" sz="1400"/>
          </a:p>
          <a:p>
            <a:r>
              <a:rPr lang="ja-JP" altLang="en-US" sz="1400" b="1">
                <a:effectLst/>
                <a:latin typeface="Menlo" panose="020B0609030804020204" pitchFamily="49" charset="0"/>
              </a:rPr>
              <a:t>現時点で言えること</a:t>
            </a:r>
            <a:endParaRPr lang="en-US" altLang="ja-JP" sz="1400" b="1"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期待契約件数の削減は、補修需要のバンドリングによる契約単位集約効果を代理する。</a:t>
            </a:r>
            <a:endParaRPr lang="en-US" altLang="ja-JP" sz="1400" b="0" dirty="0">
              <a:effectLst/>
              <a:latin typeface="Menlo" panose="020B0609030804020204" pitchFamily="49" charset="0"/>
            </a:endParaRPr>
          </a:p>
          <a:p>
            <a:pPr marL="285750" indent="-285750">
              <a:buFont typeface="Wingdings" pitchFamily="2" charset="2"/>
              <a:buChar char="l"/>
            </a:pPr>
            <a:r>
              <a:rPr lang="ja-JP" altLang="en-US" sz="1400">
                <a:latin typeface="Menlo" panose="020B0609030804020204" pitchFamily="49" charset="0"/>
              </a:rPr>
              <a:t>ただしバンドリング効果を全て直接代理するわけではない。</a:t>
            </a:r>
            <a:endParaRPr lang="en-US" altLang="ja-JP" sz="1400" b="0" dirty="0">
              <a:effectLst/>
              <a:latin typeface="Menlo" panose="020B0609030804020204" pitchFamily="49" charset="0"/>
            </a:endParaRPr>
          </a:p>
          <a:p>
            <a:pPr lvl="1"/>
            <a:r>
              <a:rPr lang="ja-JP" altLang="en-US" sz="1400" b="0">
                <a:effectLst/>
                <a:latin typeface="Menlo" panose="020B0609030804020204" pitchFamily="49" charset="0"/>
              </a:rPr>
              <a:t>（直接代替）</a:t>
            </a:r>
            <a:endParaRPr lang="en-US" altLang="ja-JP" sz="1400" b="0" dirty="0">
              <a:effectLst/>
              <a:latin typeface="Menlo" panose="020B0609030804020204" pitchFamily="49" charset="0"/>
            </a:endParaRPr>
          </a:p>
          <a:p>
            <a:pPr marL="742950" lvl="1" indent="-285750">
              <a:buFont typeface="Arial" panose="020B0604020202020204" pitchFamily="34" charset="0"/>
              <a:buChar char="•"/>
            </a:pPr>
            <a:r>
              <a:rPr lang="ja-JP" altLang="en-US" sz="1400" b="0">
                <a:effectLst/>
                <a:latin typeface="Menlo" panose="020B0609030804020204" pitchFamily="49" charset="0"/>
              </a:rPr>
              <a:t>発注者側の契約事務固定費</a:t>
            </a:r>
          </a:p>
          <a:p>
            <a:pPr marL="742950" lvl="1" indent="-285750">
              <a:buFont typeface="Arial" panose="020B0604020202020204" pitchFamily="34" charset="0"/>
              <a:buChar char="•"/>
            </a:pPr>
            <a:r>
              <a:rPr lang="ja-JP" altLang="en-US" sz="1400" b="0">
                <a:effectLst/>
                <a:latin typeface="Menlo" panose="020B0609030804020204" pitchFamily="49" charset="0"/>
              </a:rPr>
              <a:t>受注者側の入札・見積・契約固定費</a:t>
            </a:r>
          </a:p>
          <a:p>
            <a:pPr marL="742950" lvl="1" indent="-285750">
              <a:buFont typeface="Arial" panose="020B0604020202020204" pitchFamily="34" charset="0"/>
              <a:buChar char="•"/>
            </a:pPr>
            <a:r>
              <a:rPr lang="ja-JP" altLang="en-US" sz="1400" b="0">
                <a:effectLst/>
                <a:latin typeface="Menlo" panose="020B0609030804020204" pitchFamily="49" charset="0"/>
              </a:rPr>
              <a:t>受注者側の現場管理固定費</a:t>
            </a:r>
            <a:endParaRPr lang="en-US" altLang="ja-JP" sz="1400" b="0" dirty="0">
              <a:effectLst/>
              <a:latin typeface="Menlo" panose="020B0609030804020204" pitchFamily="49" charset="0"/>
            </a:endParaRPr>
          </a:p>
          <a:p>
            <a:pPr lvl="1"/>
            <a:r>
              <a:rPr lang="ja-JP" altLang="en-US" sz="1400" b="0">
                <a:effectLst/>
                <a:latin typeface="Menlo" panose="020B0609030804020204" pitchFamily="49" charset="0"/>
              </a:rPr>
              <a:t>（その他要因と組み合わせて評価可能）</a:t>
            </a:r>
            <a:endParaRPr lang="en-US" altLang="ja-JP" sz="1400" b="0" dirty="0">
              <a:effectLst/>
              <a:latin typeface="Menlo" panose="020B0609030804020204" pitchFamily="49" charset="0"/>
            </a:endParaRPr>
          </a:p>
          <a:p>
            <a:pPr marL="742950" lvl="1" indent="-285750">
              <a:buFont typeface="Arial" panose="020B0604020202020204" pitchFamily="34" charset="0"/>
              <a:buChar char="•"/>
            </a:pPr>
            <a:r>
              <a:rPr lang="ja-JP" altLang="en-US" sz="1400" b="0">
                <a:effectLst/>
                <a:latin typeface="Menlo" panose="020B0609030804020204" pitchFamily="49" charset="0"/>
              </a:rPr>
              <a:t>共通仮設費の削減　（</a:t>
            </a:r>
            <a:r>
              <a:rPr lang="ja-JP" altLang="en-US" sz="1400">
                <a:latin typeface="Menlo" panose="020B0609030804020204" pitchFamily="49" charset="0"/>
              </a:rPr>
              <a:t>距離が関係</a:t>
            </a:r>
            <a:r>
              <a:rPr lang="ja-JP" altLang="en-US" sz="1400" b="0">
                <a:effectLst/>
                <a:latin typeface="Menlo" panose="020B0609030804020204" pitchFamily="49" charset="0"/>
              </a:rPr>
              <a:t>）</a:t>
            </a:r>
          </a:p>
          <a:p>
            <a:pPr marL="742950" lvl="1" indent="-285750">
              <a:buFont typeface="Arial" panose="020B0604020202020204" pitchFamily="34" charset="0"/>
              <a:buChar char="•"/>
            </a:pPr>
            <a:r>
              <a:rPr lang="ja-JP" altLang="en-US" sz="1400" b="0">
                <a:effectLst/>
                <a:latin typeface="Menlo" panose="020B0609030804020204" pitchFamily="49" charset="0"/>
              </a:rPr>
              <a:t>現場管理費の削減　（</a:t>
            </a:r>
            <a:r>
              <a:rPr lang="ja-JP" altLang="en-US" sz="1400">
                <a:latin typeface="Menlo" panose="020B0609030804020204" pitchFamily="49" charset="0"/>
              </a:rPr>
              <a:t>距離が関係</a:t>
            </a:r>
            <a:r>
              <a:rPr lang="ja-JP" altLang="en-US" sz="1400" b="0">
                <a:effectLst/>
                <a:latin typeface="Menlo" panose="020B0609030804020204" pitchFamily="49" charset="0"/>
              </a:rPr>
              <a:t>）</a:t>
            </a:r>
          </a:p>
          <a:p>
            <a:pPr marL="742950" lvl="1" indent="-285750">
              <a:buFont typeface="Arial" panose="020B0604020202020204" pitchFamily="34" charset="0"/>
              <a:buChar char="•"/>
            </a:pPr>
            <a:r>
              <a:rPr lang="ja-JP" altLang="en-US" sz="1400" b="0">
                <a:effectLst/>
                <a:latin typeface="Menlo" panose="020B0609030804020204" pitchFamily="49" charset="0"/>
              </a:rPr>
              <a:t>回送費の削減（距離と工種が関係）</a:t>
            </a:r>
          </a:p>
          <a:p>
            <a:pPr marL="742950" lvl="1" indent="-285750">
              <a:buFont typeface="Arial" panose="020B0604020202020204" pitchFamily="34" charset="0"/>
              <a:buChar char="•"/>
            </a:pPr>
            <a:r>
              <a:rPr lang="ja-JP" altLang="en-US" sz="1400" b="0">
                <a:effectLst/>
                <a:latin typeface="Menlo" panose="020B0609030804020204" pitchFamily="49" charset="0"/>
              </a:rPr>
              <a:t>競争性低下による価格上昇（市場が関係）</a:t>
            </a:r>
            <a:endParaRPr lang="en-US" altLang="ja-JP" sz="1400" b="0" dirty="0">
              <a:effectLst/>
              <a:latin typeface="Menlo" panose="020B0609030804020204" pitchFamily="49" charset="0"/>
            </a:endParaRPr>
          </a:p>
          <a:p>
            <a:pPr marL="285750" indent="-285750">
              <a:buFont typeface="Wingdings" pitchFamily="2" charset="2"/>
              <a:buChar char="l"/>
            </a:pPr>
            <a:r>
              <a:rPr lang="ja-JP" altLang="en-US" sz="1400">
                <a:latin typeface="Menlo" panose="020B0609030804020204" pitchFamily="49" charset="0"/>
              </a:rPr>
              <a:t>メリット・デメリット含めて</a:t>
            </a:r>
            <a:r>
              <a:rPr lang="ja-JP" altLang="en-US" sz="1400" b="0">
                <a:effectLst/>
                <a:latin typeface="Menlo" panose="020B0609030804020204" pitchFamily="49" charset="0"/>
              </a:rPr>
              <a:t>期待契約件数単体では評価できず、距離、工種、入札市場等も含めた評価が必要。</a:t>
            </a:r>
          </a:p>
        </p:txBody>
      </p:sp>
      <p:sp>
        <p:nvSpPr>
          <p:cNvPr id="8" name="テキスト ボックス 7">
            <a:extLst>
              <a:ext uri="{FF2B5EF4-FFF2-40B4-BE49-F238E27FC236}">
                <a16:creationId xmlns:a16="http://schemas.microsoft.com/office/drawing/2014/main" id="{46497989-5DAC-5CAA-BAB2-2F244843CC8B}"/>
              </a:ext>
            </a:extLst>
          </p:cNvPr>
          <p:cNvSpPr txBox="1"/>
          <p:nvPr/>
        </p:nvSpPr>
        <p:spPr>
          <a:xfrm>
            <a:off x="124707" y="4252437"/>
            <a:ext cx="10528779" cy="1384995"/>
          </a:xfrm>
          <a:prstGeom prst="rect">
            <a:avLst/>
          </a:prstGeom>
          <a:noFill/>
        </p:spPr>
        <p:txBody>
          <a:bodyPr wrap="square">
            <a:spAutoFit/>
          </a:bodyPr>
          <a:lstStyle/>
          <a:p>
            <a:r>
              <a:rPr lang="ja-JP" altLang="en-US" sz="1400" b="1"/>
              <a:t>まだ検討できていない事項</a:t>
            </a:r>
            <a:endParaRPr lang="ja-JP" altLang="en-US" sz="1400"/>
          </a:p>
          <a:p>
            <a:pPr marL="285750" indent="-285750">
              <a:buFont typeface="Wingdings" pitchFamily="2" charset="2"/>
              <a:buChar char="l"/>
            </a:pPr>
            <a:r>
              <a:rPr lang="ja-JP" altLang="en-US" sz="1400"/>
              <a:t>契約</a:t>
            </a:r>
            <a:r>
              <a:rPr lang="en-US" altLang="ja-JP" sz="1400" dirty="0"/>
              <a:t>1</a:t>
            </a:r>
            <a:r>
              <a:rPr lang="ja-JP" altLang="en-US" sz="1400"/>
              <a:t>件あたりの発注者側契約事務固定費（公告、積算、契約、監督、検査、変更契約）にどれだけ時間コストがかかるか</a:t>
            </a:r>
            <a:br>
              <a:rPr lang="en-US" altLang="ja-JP" sz="1400" dirty="0"/>
            </a:br>
            <a:r>
              <a:rPr lang="ja-JP" altLang="en-US" sz="1400"/>
              <a:t>→契約件数削減と職員負担削減を定量的に結び付けた資料・事例がなかなか見つからず。</a:t>
            </a:r>
            <a:endParaRPr lang="en-US" altLang="ja-JP" sz="1400" dirty="0"/>
          </a:p>
          <a:p>
            <a:pPr marL="285750" indent="-285750">
              <a:buFont typeface="Wingdings" pitchFamily="2" charset="2"/>
              <a:buChar char="l"/>
            </a:pPr>
            <a:r>
              <a:rPr lang="ja-JP" altLang="en-US" sz="1400" b="0">
                <a:effectLst/>
                <a:latin typeface="Menlo" panose="020B0609030804020204" pitchFamily="49" charset="0"/>
              </a:rPr>
              <a:t>契約単位集約</a:t>
            </a:r>
            <a:r>
              <a:rPr lang="ja-JP" altLang="en-US" sz="1400"/>
              <a:t>が、発注者側の調整負担増とどう相殺されるか。</a:t>
            </a:r>
            <a:endParaRPr lang="en-US" altLang="ja-JP" sz="1400" dirty="0"/>
          </a:p>
          <a:p>
            <a:pPr marL="285750" indent="-285750">
              <a:buFont typeface="Wingdings" pitchFamily="2" charset="2"/>
              <a:buChar char="l"/>
            </a:pPr>
            <a:r>
              <a:rPr lang="ja-JP" altLang="en-US" sz="1400"/>
              <a:t>契約</a:t>
            </a:r>
            <a:r>
              <a:rPr lang="en-US" altLang="ja-JP" sz="1400" dirty="0"/>
              <a:t>1</a:t>
            </a:r>
            <a:r>
              <a:rPr lang="ja-JP" altLang="en-US" sz="1400"/>
              <a:t>件あたりの受注者側固定費にどれだけコストがかかるか</a:t>
            </a:r>
            <a:endParaRPr lang="en-US" altLang="ja-JP" sz="1400" dirty="0"/>
          </a:p>
          <a:p>
            <a:pPr marL="285750" indent="-285750">
              <a:buFont typeface="Wingdings" pitchFamily="2" charset="2"/>
              <a:buChar char="l"/>
            </a:pPr>
            <a:r>
              <a:rPr lang="ja-JP" altLang="en-US" sz="1400"/>
              <a:t>発注者側の効率化と受注者側の効率化を、どこまで明示的に分けるか。</a:t>
            </a:r>
          </a:p>
        </p:txBody>
      </p:sp>
    </p:spTree>
    <p:extLst>
      <p:ext uri="{BB962C8B-B14F-4D97-AF65-F5344CB8AC3E}">
        <p14:creationId xmlns:p14="http://schemas.microsoft.com/office/powerpoint/2010/main" val="746699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8127D-8175-C47C-0407-FD5FB2BDFCF6}"/>
              </a:ext>
            </a:extLst>
          </p:cNvPr>
          <p:cNvSpPr>
            <a:spLocks noGrp="1"/>
          </p:cNvSpPr>
          <p:nvPr>
            <p:ph type="ctrTitle"/>
          </p:nvPr>
        </p:nvSpPr>
        <p:spPr/>
        <p:txBody>
          <a:bodyPr/>
          <a:lstStyle/>
          <a:p>
            <a:r>
              <a:rPr kumimoji="1" lang="ja-JP" altLang="en-US"/>
              <a:t>論文化に向けた論点</a:t>
            </a:r>
          </a:p>
        </p:txBody>
      </p:sp>
      <p:sp>
        <p:nvSpPr>
          <p:cNvPr id="3" name="字幕 2">
            <a:extLst>
              <a:ext uri="{FF2B5EF4-FFF2-40B4-BE49-F238E27FC236}">
                <a16:creationId xmlns:a16="http://schemas.microsoft.com/office/drawing/2014/main" id="{9687BA00-D87A-6242-F8CD-FC75214B0FB6}"/>
              </a:ext>
            </a:extLst>
          </p:cNvPr>
          <p:cNvSpPr>
            <a:spLocks noGrp="1"/>
          </p:cNvSpPr>
          <p:nvPr>
            <p:ph type="subTitle" idx="1"/>
          </p:nvPr>
        </p:nvSpPr>
        <p:spPr/>
        <p:txBody>
          <a:bodyPr/>
          <a:lstStyle/>
          <a:p>
            <a:endParaRPr kumimoji="1" lang="ja-JP" altLang="en-US"/>
          </a:p>
        </p:txBody>
      </p:sp>
      <p:sp>
        <p:nvSpPr>
          <p:cNvPr id="5" name="テキスト ボックス 4">
            <a:extLst>
              <a:ext uri="{FF2B5EF4-FFF2-40B4-BE49-F238E27FC236}">
                <a16:creationId xmlns:a16="http://schemas.microsoft.com/office/drawing/2014/main" id="{6E850D5A-17CE-1B19-ECE8-786203F91681}"/>
              </a:ext>
            </a:extLst>
          </p:cNvPr>
          <p:cNvSpPr txBox="1"/>
          <p:nvPr/>
        </p:nvSpPr>
        <p:spPr>
          <a:xfrm>
            <a:off x="124385" y="824225"/>
            <a:ext cx="8424270" cy="4185761"/>
          </a:xfrm>
          <a:prstGeom prst="rect">
            <a:avLst/>
          </a:prstGeom>
          <a:solidFill>
            <a:schemeClr val="bg1"/>
          </a:solidFill>
        </p:spPr>
        <p:txBody>
          <a:bodyPr wrap="square">
            <a:spAutoFit/>
          </a:bodyPr>
          <a:lstStyle/>
          <a:p>
            <a:r>
              <a:rPr lang="ja-JP" altLang="en-US" sz="1400" b="1"/>
              <a:t>２．距離を目的関数に対する制約条件とする理由</a:t>
            </a:r>
            <a:endParaRPr lang="en-US" altLang="ja-JP" sz="1400" b="1" dirty="0"/>
          </a:p>
          <a:p>
            <a:pPr marL="342900" indent="-342900">
              <a:buAutoNum type="arabicPeriod"/>
            </a:pPr>
            <a:endParaRPr lang="ja-JP" altLang="en-US" sz="1400"/>
          </a:p>
          <a:p>
            <a:r>
              <a:rPr lang="ja-JP" altLang="en-US" sz="1400" b="1">
                <a:effectLst/>
                <a:latin typeface="Menlo" panose="020B0609030804020204" pitchFamily="49" charset="0"/>
              </a:rPr>
              <a:t>検討が必要なこと</a:t>
            </a:r>
            <a:endParaRPr lang="en-US" altLang="ja-JP" sz="1400" b="1"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距離が離れると、契約バンドリングにどのような実務的問題が生じるか。</a:t>
            </a:r>
          </a:p>
          <a:p>
            <a:pPr marL="285750" indent="-285750">
              <a:buFont typeface="Wingdings" pitchFamily="2" charset="2"/>
              <a:buChar char="l"/>
            </a:pPr>
            <a:r>
              <a:rPr lang="ja-JP" altLang="en-US" sz="1400" b="0">
                <a:effectLst/>
                <a:latin typeface="Menlo" panose="020B0609030804020204" pitchFamily="49" charset="0"/>
              </a:rPr>
              <a:t>距離を目的関数ではなく制約として置く理由はなにか。</a:t>
            </a:r>
          </a:p>
          <a:p>
            <a:pPr marL="285750" indent="-285750">
              <a:buFont typeface="Wingdings" pitchFamily="2" charset="2"/>
              <a:buChar char="l"/>
            </a:pPr>
            <a:r>
              <a:rPr lang="ja-JP" altLang="en-US" sz="1400" b="0">
                <a:effectLst/>
                <a:latin typeface="Menlo" panose="020B0609030804020204" pitchFamily="49" charset="0"/>
              </a:rPr>
              <a:t>距離は直線距離でよいのか、道路距離・移動時間で測るべきか。</a:t>
            </a:r>
          </a:p>
          <a:p>
            <a:pPr marL="285750" indent="-285750">
              <a:buFont typeface="Wingdings" pitchFamily="2" charset="2"/>
              <a:buChar char="l"/>
            </a:pPr>
            <a:r>
              <a:rPr lang="ja-JP" altLang="en-US" sz="1400" b="0">
                <a:effectLst/>
                <a:latin typeface="Menlo" panose="020B0609030804020204" pitchFamily="49" charset="0"/>
              </a:rPr>
              <a:t>距離制約</a:t>
            </a:r>
            <a:r>
              <a:rPr lang="en" altLang="ja-JP" sz="1400" b="0" dirty="0">
                <a:effectLst/>
                <a:latin typeface="Menlo" panose="020B0609030804020204" pitchFamily="49" charset="0"/>
              </a:rPr>
              <a:t>D</a:t>
            </a:r>
            <a:r>
              <a:rPr lang="ja-JP" altLang="en-US" sz="1400" b="0">
                <a:effectLst/>
                <a:latin typeface="Menlo" panose="020B0609030804020204" pitchFamily="49" charset="0"/>
              </a:rPr>
              <a:t>、何を意味する政策パラメータなのか。</a:t>
            </a:r>
          </a:p>
          <a:p>
            <a:pPr marL="285750" indent="-285750">
              <a:buFont typeface="Wingdings" pitchFamily="2" charset="2"/>
              <a:buChar char="l"/>
            </a:pPr>
            <a:r>
              <a:rPr lang="ja-JP" altLang="en-US" sz="1400" b="0">
                <a:effectLst/>
                <a:latin typeface="Menlo" panose="020B0609030804020204" pitchFamily="49" charset="0"/>
              </a:rPr>
              <a:t>距離制約</a:t>
            </a:r>
            <a:r>
              <a:rPr lang="en" altLang="ja-JP" sz="1400" b="0" dirty="0">
                <a:effectLst/>
                <a:latin typeface="Menlo" panose="020B0609030804020204" pitchFamily="49" charset="0"/>
              </a:rPr>
              <a:t>D</a:t>
            </a:r>
            <a:r>
              <a:rPr lang="ja-JP" altLang="en-US" sz="1400" b="0">
                <a:effectLst/>
                <a:latin typeface="Menlo" panose="020B0609030804020204" pitchFamily="49" charset="0"/>
              </a:rPr>
              <a:t>の妥当な範囲は何か</a:t>
            </a:r>
            <a:endParaRPr lang="en-US" altLang="ja-JP" sz="1400" b="0" dirty="0">
              <a:effectLst/>
              <a:latin typeface="Menlo" panose="020B0609030804020204" pitchFamily="49" charset="0"/>
            </a:endParaRPr>
          </a:p>
          <a:p>
            <a:pPr marL="285750" indent="-285750">
              <a:buFont typeface="Wingdings" pitchFamily="2" charset="2"/>
              <a:buChar char="l"/>
            </a:pPr>
            <a:endParaRPr lang="en-US" altLang="ja-JP" sz="1400" dirty="0">
              <a:latin typeface="Menlo" panose="020B0609030804020204" pitchFamily="49" charset="0"/>
            </a:endParaRPr>
          </a:p>
          <a:p>
            <a:r>
              <a:rPr lang="ja-JP" altLang="en-US" sz="1400" b="1"/>
              <a:t>参考資料から読み取れること</a:t>
            </a:r>
            <a:endParaRPr lang="en-US" altLang="ja-JP" sz="1400" dirty="0">
              <a:solidFill>
                <a:srgbClr val="000000"/>
              </a:solidFill>
              <a:effectLst/>
              <a:latin typeface="Helvetica" pitchFamily="2" charset="0"/>
            </a:endParaRPr>
          </a:p>
          <a:p>
            <a:pPr marL="285750" indent="-285750">
              <a:buFont typeface="Wingdings" pitchFamily="2" charset="2"/>
              <a:buChar char="l"/>
            </a:pPr>
            <a:r>
              <a:rPr lang="ja-JP" altLang="en-US" sz="1400">
                <a:solidFill>
                  <a:srgbClr val="000000"/>
                </a:solidFill>
                <a:effectLst/>
                <a:latin typeface="Helvetica" pitchFamily="2" charset="0"/>
              </a:rPr>
              <a:t>距離が増えることにより契約単位集約幅が大きくなることは事務固定費、</a:t>
            </a:r>
            <a:r>
              <a:rPr lang="ja-JP" altLang="en-US" sz="1400" b="0">
                <a:effectLst/>
                <a:latin typeface="Menlo" panose="020B0609030804020204" pitchFamily="49" charset="0"/>
              </a:rPr>
              <a:t>共通仮設費等の削減に寄与する</a:t>
            </a:r>
            <a:br>
              <a:rPr lang="en-US" altLang="ja-JP" sz="1400" b="0" dirty="0">
                <a:effectLst/>
                <a:latin typeface="Menlo" panose="020B0609030804020204" pitchFamily="49" charset="0"/>
              </a:rPr>
            </a:br>
            <a:r>
              <a:rPr lang="ja-JP" altLang="en-US" sz="1400" b="0">
                <a:effectLst/>
                <a:latin typeface="Menlo" panose="020B0609030804020204" pitchFamily="49" charset="0"/>
              </a:rPr>
              <a:t>（</a:t>
            </a:r>
            <a:r>
              <a:rPr lang="en" altLang="ja-JP" sz="1400" b="0" dirty="0">
                <a:effectLst/>
                <a:latin typeface="Menlo" panose="020B0609030804020204" pitchFamily="49" charset="0"/>
              </a:rPr>
              <a:t>FHWA Project Bundling</a:t>
            </a:r>
            <a:r>
              <a:rPr lang="ja-JP" altLang="en-US" sz="1400" b="0">
                <a:effectLst/>
                <a:latin typeface="Menlo" panose="020B0609030804020204" pitchFamily="49" charset="0"/>
              </a:rPr>
              <a:t>、</a:t>
            </a:r>
            <a:r>
              <a:rPr lang="en" altLang="ja-JP" sz="1400" b="0" dirty="0" err="1">
                <a:effectLst/>
                <a:latin typeface="Menlo" panose="020B0609030804020204" pitchFamily="49" charset="0"/>
              </a:rPr>
              <a:t>Estache</a:t>
            </a:r>
            <a:r>
              <a:rPr lang="en" altLang="ja-JP" sz="1400" b="0" dirty="0">
                <a:effectLst/>
                <a:latin typeface="Menlo" panose="020B0609030804020204" pitchFamily="49" charset="0"/>
              </a:rPr>
              <a:t> et al</a:t>
            </a:r>
            <a:r>
              <a:rPr lang="ja-JP" altLang="en-US" sz="1400" b="0">
                <a:effectLst/>
                <a:latin typeface="Menlo" panose="020B0609030804020204" pitchFamily="49" charset="0"/>
              </a:rPr>
              <a:t>、宮崎県事例）</a:t>
            </a:r>
            <a:endParaRPr lang="en-US" altLang="ja-JP" sz="1400" dirty="0">
              <a:solidFill>
                <a:srgbClr val="000000"/>
              </a:solidFill>
              <a:effectLst/>
              <a:latin typeface="Helvetica" pitchFamily="2" charset="0"/>
            </a:endParaRPr>
          </a:p>
          <a:p>
            <a:pPr marL="285750" indent="-285750">
              <a:buFont typeface="Wingdings" pitchFamily="2" charset="2"/>
              <a:buChar char="l"/>
            </a:pPr>
            <a:r>
              <a:rPr lang="ja-JP" altLang="en-US" sz="1400">
                <a:solidFill>
                  <a:srgbClr val="000000"/>
                </a:solidFill>
                <a:effectLst/>
                <a:latin typeface="Helvetica" pitchFamily="2" charset="0"/>
              </a:rPr>
              <a:t>しかし最大でも２出張所</a:t>
            </a:r>
            <a:r>
              <a:rPr lang="ja-JP" altLang="en-US" sz="1400">
                <a:solidFill>
                  <a:srgbClr val="000000"/>
                </a:solidFill>
                <a:latin typeface="Menlo" panose="020B0609030804020204" pitchFamily="49" charset="0"/>
              </a:rPr>
              <a:t>、最も離れた橋梁間の最大距離を５０</a:t>
            </a:r>
            <a:r>
              <a:rPr lang="ja-JP" altLang="en" sz="1400">
                <a:solidFill>
                  <a:srgbClr val="000000"/>
                </a:solidFill>
                <a:latin typeface="Menlo" panose="020B0609030804020204" pitchFamily="49" charset="0"/>
              </a:rPr>
              <a:t>ｋｍ</a:t>
            </a:r>
            <a:r>
              <a:rPr lang="ja-JP" altLang="en-US" sz="1400">
                <a:solidFill>
                  <a:srgbClr val="000000"/>
                </a:solidFill>
                <a:latin typeface="Menlo" panose="020B0609030804020204" pitchFamily="49" charset="0"/>
              </a:rPr>
              <a:t>程度までとすることを推奨とする事例あり。</a:t>
            </a:r>
            <a:br>
              <a:rPr lang="en-US" altLang="ja-JP" sz="1400" dirty="0">
                <a:solidFill>
                  <a:srgbClr val="000000"/>
                </a:solidFill>
                <a:latin typeface="Menlo" panose="020B0609030804020204" pitchFamily="49" charset="0"/>
              </a:rPr>
            </a:br>
            <a:r>
              <a:rPr lang="ja-JP" altLang="en-US" sz="1400">
                <a:solidFill>
                  <a:srgbClr val="000000"/>
                </a:solidFill>
                <a:latin typeface="Menlo" panose="020B0609030804020204" pitchFamily="49" charset="0"/>
              </a:rPr>
              <a:t>（橋梁補修工事発注に際しての留意事項（案）、四国地整）</a:t>
            </a:r>
            <a:endParaRPr lang="en-US" altLang="ja-JP" sz="1400" dirty="0">
              <a:solidFill>
                <a:srgbClr val="000000"/>
              </a:solidFill>
              <a:latin typeface="Menlo" panose="020B0609030804020204" pitchFamily="49" charset="0"/>
            </a:endParaRPr>
          </a:p>
          <a:p>
            <a:pPr marL="285750" indent="-285750">
              <a:buFont typeface="Wingdings" pitchFamily="2" charset="2"/>
              <a:buChar char="l"/>
            </a:pPr>
            <a:r>
              <a:rPr lang="ja-JP" altLang="en-US" sz="1400">
                <a:solidFill>
                  <a:srgbClr val="000000"/>
                </a:solidFill>
                <a:latin typeface="Menlo" panose="020B0609030804020204" pitchFamily="49" charset="0"/>
              </a:rPr>
              <a:t>実工事を対象とした試算においても、遠距離・点在する複数橋梁を単純に大きな発注契約単位として扱うと、共通仮設費や現場管理費等の間接費を過小に見積もり、実態に合わない積算となる可能性が指摘されている。</a:t>
            </a:r>
            <a:br>
              <a:rPr lang="en-US" altLang="ja-JP" sz="1400" dirty="0">
                <a:solidFill>
                  <a:srgbClr val="000000"/>
                </a:solidFill>
                <a:latin typeface="Menlo" panose="020B0609030804020204" pitchFamily="49" charset="0"/>
              </a:rPr>
            </a:br>
            <a:r>
              <a:rPr lang="ja-JP" altLang="en-US" sz="1400">
                <a:solidFill>
                  <a:srgbClr val="000000"/>
                </a:solidFill>
                <a:latin typeface="Menlo" panose="020B0609030804020204" pitchFamily="49" charset="0"/>
              </a:rPr>
              <a:t>（橋梁補修工事発注に際しての留意事項（案）、四国地整）</a:t>
            </a:r>
            <a:endParaRPr lang="en-US" altLang="ja-JP" sz="1400" dirty="0">
              <a:solidFill>
                <a:srgbClr val="000000"/>
              </a:solidFill>
              <a:latin typeface="Menlo" panose="020B0609030804020204" pitchFamily="49" charset="0"/>
            </a:endParaRPr>
          </a:p>
          <a:p>
            <a:pPr marL="285750" indent="-285750">
              <a:buFont typeface="Wingdings" pitchFamily="2" charset="2"/>
              <a:buChar char="l"/>
            </a:pPr>
            <a:endParaRPr lang="ja-JP" altLang="en-US" sz="1400">
              <a:solidFill>
                <a:srgbClr val="000000"/>
              </a:solidFill>
              <a:effectLst/>
              <a:latin typeface="Helvetica" pitchFamily="2" charset="0"/>
            </a:endParaRPr>
          </a:p>
        </p:txBody>
      </p:sp>
      <p:pic>
        <p:nvPicPr>
          <p:cNvPr id="9" name="図 8" descr="テーブル&#10;&#10;自動的に生成された説明">
            <a:extLst>
              <a:ext uri="{FF2B5EF4-FFF2-40B4-BE49-F238E27FC236}">
                <a16:creationId xmlns:a16="http://schemas.microsoft.com/office/drawing/2014/main" id="{5D533904-8CFE-D8D2-645C-D05AF84122D6}"/>
              </a:ext>
            </a:extLst>
          </p:cNvPr>
          <p:cNvPicPr>
            <a:picLocks noChangeAspect="1"/>
          </p:cNvPicPr>
          <p:nvPr/>
        </p:nvPicPr>
        <p:blipFill>
          <a:blip r:embed="rId2"/>
          <a:stretch>
            <a:fillRect/>
          </a:stretch>
        </p:blipFill>
        <p:spPr>
          <a:xfrm>
            <a:off x="8548655" y="1219417"/>
            <a:ext cx="3261544" cy="4060039"/>
          </a:xfrm>
          <a:prstGeom prst="rect">
            <a:avLst/>
          </a:prstGeom>
        </p:spPr>
      </p:pic>
      <p:pic>
        <p:nvPicPr>
          <p:cNvPr id="10" name="図 9" descr="ダイアグラム&#10;&#10;自動的に生成された説明">
            <a:extLst>
              <a:ext uri="{FF2B5EF4-FFF2-40B4-BE49-F238E27FC236}">
                <a16:creationId xmlns:a16="http://schemas.microsoft.com/office/drawing/2014/main" id="{71E4A4E6-8CE1-F66F-174A-9776A2AAD0A0}"/>
              </a:ext>
            </a:extLst>
          </p:cNvPr>
          <p:cNvPicPr>
            <a:picLocks noChangeAspect="1"/>
          </p:cNvPicPr>
          <p:nvPr/>
        </p:nvPicPr>
        <p:blipFill rotWithShape="1">
          <a:blip r:embed="rId3"/>
          <a:srcRect t="5960"/>
          <a:stretch/>
        </p:blipFill>
        <p:spPr>
          <a:xfrm>
            <a:off x="4928839" y="4395479"/>
            <a:ext cx="6881360" cy="1258985"/>
          </a:xfrm>
          <a:prstGeom prst="rect">
            <a:avLst/>
          </a:prstGeom>
        </p:spPr>
      </p:pic>
    </p:spTree>
    <p:extLst>
      <p:ext uri="{BB962C8B-B14F-4D97-AF65-F5344CB8AC3E}">
        <p14:creationId xmlns:p14="http://schemas.microsoft.com/office/powerpoint/2010/main" val="966855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8127D-8175-C47C-0407-FD5FB2BDFCF6}"/>
              </a:ext>
            </a:extLst>
          </p:cNvPr>
          <p:cNvSpPr>
            <a:spLocks noGrp="1"/>
          </p:cNvSpPr>
          <p:nvPr>
            <p:ph type="ctrTitle"/>
          </p:nvPr>
        </p:nvSpPr>
        <p:spPr/>
        <p:txBody>
          <a:bodyPr/>
          <a:lstStyle/>
          <a:p>
            <a:r>
              <a:rPr kumimoji="1" lang="ja-JP" altLang="en-US"/>
              <a:t>論文化に向けた論点</a:t>
            </a:r>
          </a:p>
        </p:txBody>
      </p:sp>
      <p:sp>
        <p:nvSpPr>
          <p:cNvPr id="3" name="字幕 2">
            <a:extLst>
              <a:ext uri="{FF2B5EF4-FFF2-40B4-BE49-F238E27FC236}">
                <a16:creationId xmlns:a16="http://schemas.microsoft.com/office/drawing/2014/main" id="{9687BA00-D87A-6242-F8CD-FC75214B0FB6}"/>
              </a:ext>
            </a:extLst>
          </p:cNvPr>
          <p:cNvSpPr>
            <a:spLocks noGrp="1"/>
          </p:cNvSpPr>
          <p:nvPr>
            <p:ph type="subTitle" idx="1"/>
          </p:nvPr>
        </p:nvSpPr>
        <p:spPr/>
        <p:txBody>
          <a:bodyPr/>
          <a:lstStyle/>
          <a:p>
            <a:endParaRPr kumimoji="1" lang="ja-JP" altLang="en-US"/>
          </a:p>
        </p:txBody>
      </p:sp>
      <p:sp>
        <p:nvSpPr>
          <p:cNvPr id="5" name="テキスト ボックス 4">
            <a:extLst>
              <a:ext uri="{FF2B5EF4-FFF2-40B4-BE49-F238E27FC236}">
                <a16:creationId xmlns:a16="http://schemas.microsoft.com/office/drawing/2014/main" id="{6E850D5A-17CE-1B19-ECE8-786203F91681}"/>
              </a:ext>
            </a:extLst>
          </p:cNvPr>
          <p:cNvSpPr txBox="1"/>
          <p:nvPr/>
        </p:nvSpPr>
        <p:spPr>
          <a:xfrm>
            <a:off x="124385" y="824225"/>
            <a:ext cx="8424270" cy="4401205"/>
          </a:xfrm>
          <a:prstGeom prst="rect">
            <a:avLst/>
          </a:prstGeom>
          <a:solidFill>
            <a:schemeClr val="bg1"/>
          </a:solidFill>
        </p:spPr>
        <p:txBody>
          <a:bodyPr wrap="square">
            <a:spAutoFit/>
          </a:bodyPr>
          <a:lstStyle/>
          <a:p>
            <a:r>
              <a:rPr lang="ja-JP" altLang="en-US" sz="1400" b="1"/>
              <a:t>２．距離を目的関数に対する制約条件とする理由</a:t>
            </a:r>
            <a:endParaRPr lang="en-US" altLang="ja-JP" sz="1400" b="1" dirty="0"/>
          </a:p>
          <a:p>
            <a:pPr marL="342900" indent="-342900">
              <a:buAutoNum type="arabicPeriod"/>
            </a:pPr>
            <a:endParaRPr lang="ja-JP" altLang="en-US" sz="1400"/>
          </a:p>
          <a:p>
            <a:r>
              <a:rPr lang="ja-JP" altLang="en-US" sz="1400" b="1">
                <a:effectLst/>
                <a:latin typeface="Menlo" panose="020B0609030804020204" pitchFamily="49" charset="0"/>
              </a:rPr>
              <a:t>現時点で言えること</a:t>
            </a:r>
            <a:endParaRPr lang="en-US" altLang="ja-JP" sz="1400" b="1"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距離を大きく許容すると、より多くの補修需要を同一契約単位に含めやすくなり、期待契約件数が下がり得る。</a:t>
            </a:r>
            <a:endParaRPr lang="en-US" altLang="ja-JP" sz="1400" b="0"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発注契約単位を大きくすると、積算上は共通仮設費率・現場管理費率が下がり、間接費が小さく算定される</a:t>
            </a:r>
          </a:p>
          <a:p>
            <a:pPr marL="285750" indent="-285750">
              <a:buFont typeface="Wingdings" pitchFamily="2" charset="2"/>
              <a:buChar char="l"/>
            </a:pPr>
            <a:r>
              <a:rPr lang="ja-JP" altLang="en-US" sz="1400" b="0">
                <a:effectLst/>
                <a:latin typeface="Menlo" panose="020B0609030804020204" pitchFamily="49" charset="0"/>
              </a:rPr>
              <a:t>一方で、実態と乖離し得る。</a:t>
            </a:r>
            <a:endParaRPr lang="en-US" altLang="ja-JP" sz="1400" b="0" dirty="0">
              <a:effectLst/>
              <a:latin typeface="Menlo" panose="020B0609030804020204" pitchFamily="49" charset="0"/>
            </a:endParaRPr>
          </a:p>
          <a:p>
            <a:pPr marL="285750" indent="-285750">
              <a:buFont typeface="Wingdings" pitchFamily="2" charset="2"/>
              <a:buChar char="l"/>
            </a:pPr>
            <a:r>
              <a:rPr lang="ja-JP" altLang="en-US" sz="1400">
                <a:latin typeface="Menlo" panose="020B0609030804020204" pitchFamily="49" charset="0"/>
              </a:rPr>
              <a:t>距離制約</a:t>
            </a:r>
            <a:r>
              <a:rPr lang="en-US" altLang="ja-JP" sz="1400" dirty="0">
                <a:latin typeface="Menlo" panose="020B0609030804020204" pitchFamily="49" charset="0"/>
              </a:rPr>
              <a:t>D</a:t>
            </a:r>
            <a:r>
              <a:rPr lang="ja-JP" altLang="en-US" sz="1400">
                <a:latin typeface="Menlo" panose="020B0609030804020204" pitchFamily="49" charset="0"/>
              </a:rPr>
              <a:t>は、契約集約範囲の拡大、それによる間接費率低下の可能性と、遠距離・点在化による管理実態との乖離を調整するパラメータの役割。</a:t>
            </a:r>
            <a:endParaRPr lang="en-US" altLang="ja-JP" sz="1400" dirty="0">
              <a:latin typeface="Menlo" panose="020B0609030804020204" pitchFamily="49" charset="0"/>
            </a:endParaRPr>
          </a:p>
          <a:p>
            <a:pPr marL="285750" indent="-285750">
              <a:buFont typeface="Wingdings" pitchFamily="2" charset="2"/>
              <a:buChar char="l"/>
            </a:pPr>
            <a:r>
              <a:rPr lang="ja-JP" altLang="en-US" sz="1400">
                <a:latin typeface="Menlo" panose="020B0609030804020204" pitchFamily="49" charset="0"/>
              </a:rPr>
              <a:t>距離はネットワーク距離もしくはその近似が望ましいが計算負荷と加味して検討</a:t>
            </a:r>
            <a:endParaRPr lang="en-US" altLang="ja-JP" sz="1400" dirty="0">
              <a:latin typeface="Menlo" panose="020B0609030804020204" pitchFamily="49" charset="0"/>
            </a:endParaRPr>
          </a:p>
          <a:p>
            <a:pPr marL="285750" indent="-285750">
              <a:buFont typeface="Wingdings" pitchFamily="2" charset="2"/>
              <a:buChar char="l"/>
            </a:pPr>
            <a:endParaRPr lang="en-US" altLang="ja-JP" sz="1400" dirty="0">
              <a:latin typeface="Menlo" panose="020B0609030804020204" pitchFamily="49" charset="0"/>
            </a:endParaRPr>
          </a:p>
          <a:p>
            <a:endParaRPr lang="en-US" altLang="ja-JP" sz="1400" dirty="0">
              <a:latin typeface="Menlo" panose="020B0609030804020204" pitchFamily="49" charset="0"/>
            </a:endParaRPr>
          </a:p>
          <a:p>
            <a:r>
              <a:rPr lang="ja-JP" altLang="en-US" sz="1400" b="1"/>
              <a:t>まだ検討できていない事項</a:t>
            </a:r>
            <a:endParaRPr lang="en-US" altLang="ja-JP" sz="1400" b="1" dirty="0"/>
          </a:p>
          <a:p>
            <a:pPr marL="285750" indent="-285750">
              <a:buFont typeface="Wingdings" pitchFamily="2" charset="2"/>
              <a:buChar char="l"/>
            </a:pPr>
            <a:r>
              <a:rPr lang="ja-JP" altLang="en-US" sz="1400">
                <a:solidFill>
                  <a:srgbClr val="000000"/>
                </a:solidFill>
                <a:effectLst/>
                <a:latin typeface="Helvetica" pitchFamily="2" charset="0"/>
              </a:rPr>
              <a:t>距離制約を緩めたとき、間接費率低下の可能性と管理負担増のどちらが支配的になるか</a:t>
            </a:r>
            <a:endParaRPr lang="en-US" altLang="ja-JP" sz="1400" dirty="0">
              <a:solidFill>
                <a:srgbClr val="000000"/>
              </a:solidFill>
              <a:effectLst/>
              <a:latin typeface="Helvetica" pitchFamily="2" charset="0"/>
            </a:endParaRPr>
          </a:p>
          <a:p>
            <a:pPr marL="742950" lvl="1" indent="-285750">
              <a:buFont typeface="Wingdings" pitchFamily="2" charset="2"/>
              <a:buChar char="l"/>
            </a:pPr>
            <a:r>
              <a:rPr lang="ja-JP" altLang="en-US" sz="1400">
                <a:solidFill>
                  <a:srgbClr val="000000"/>
                </a:solidFill>
                <a:effectLst/>
                <a:latin typeface="Helvetica" pitchFamily="2" charset="0"/>
              </a:rPr>
              <a:t>距離制約 </a:t>
            </a:r>
            <a:r>
              <a:rPr lang="en-US" altLang="ja-JP" sz="1400" dirty="0">
                <a:solidFill>
                  <a:srgbClr val="000000"/>
                </a:solidFill>
                <a:effectLst/>
                <a:latin typeface="Helvetica" pitchFamily="2" charset="0"/>
              </a:rPr>
              <a:t>D</a:t>
            </a:r>
            <a:r>
              <a:rPr lang="ja-JP" altLang="en-US" sz="1400">
                <a:solidFill>
                  <a:srgbClr val="000000"/>
                </a:solidFill>
                <a:effectLst/>
                <a:latin typeface="Helvetica" pitchFamily="2" charset="0"/>
              </a:rPr>
              <a:t>は、境界値を特定するものではなく、広域化の許容範囲を変化させる感度分析パラメータという運用しかできないかも。</a:t>
            </a:r>
            <a:endParaRPr lang="en-US" altLang="ja-JP" sz="1400" dirty="0">
              <a:solidFill>
                <a:srgbClr val="000000"/>
              </a:solidFill>
              <a:effectLst/>
              <a:latin typeface="Helvetica" pitchFamily="2" charset="0"/>
            </a:endParaRPr>
          </a:p>
          <a:p>
            <a:pPr marL="742950" lvl="1" indent="-285750">
              <a:buFont typeface="Wingdings" pitchFamily="2" charset="2"/>
              <a:buChar char="l"/>
            </a:pPr>
            <a:r>
              <a:rPr lang="ja-JP" altLang="en-US" sz="1400">
                <a:solidFill>
                  <a:srgbClr val="000000"/>
                </a:solidFill>
                <a:latin typeface="Helvetica" pitchFamily="2" charset="0"/>
              </a:rPr>
              <a:t>上記目的から、距離は目的関数には含めず、制約条件に含めた「一定の空間的許容範囲のもとで期待契約件数をどれだけ削減できるかを見る」計算となる。</a:t>
            </a:r>
            <a:br>
              <a:rPr lang="en-US" altLang="ja-JP" sz="1400" dirty="0">
                <a:solidFill>
                  <a:srgbClr val="000000"/>
                </a:solidFill>
                <a:latin typeface="Helvetica" pitchFamily="2" charset="0"/>
              </a:rPr>
            </a:br>
            <a:r>
              <a:rPr lang="ja-JP" altLang="en-US" sz="1400">
                <a:latin typeface="Helvetica" pitchFamily="2" charset="0"/>
              </a:rPr>
              <a:t>目的関数に入れる場合は、</a:t>
            </a:r>
            <a:r>
              <a:rPr lang="ja-JP" altLang="en-US" sz="1400" b="0" i="0">
                <a:effectLst/>
                <a:latin typeface="-apple-system"/>
              </a:rPr>
              <a:t>別途重み付けが必要になり、解釈が難しくなる。</a:t>
            </a:r>
            <a:endParaRPr lang="en-US" altLang="ja-JP" sz="1400" b="0" i="0" dirty="0">
              <a:effectLst/>
              <a:latin typeface="-apple-system"/>
            </a:endParaRPr>
          </a:p>
          <a:p>
            <a:pPr marL="742950" lvl="1" indent="-285750">
              <a:buFont typeface="Wingdings" pitchFamily="2" charset="2"/>
              <a:buChar char="l"/>
            </a:pPr>
            <a:r>
              <a:rPr lang="ja-JP" altLang="en-US" sz="1400">
                <a:effectLst/>
                <a:latin typeface="Helvetica" pitchFamily="2" charset="0"/>
              </a:rPr>
              <a:t>工種、工程、施工者市場等の制約指標をどう反映するか</a:t>
            </a:r>
            <a:endParaRPr lang="en-US" altLang="ja-JP" sz="1400" dirty="0">
              <a:solidFill>
                <a:srgbClr val="000000"/>
              </a:solidFill>
              <a:effectLst/>
              <a:latin typeface="Helvetica" pitchFamily="2" charset="0"/>
            </a:endParaRPr>
          </a:p>
        </p:txBody>
      </p:sp>
    </p:spTree>
    <p:extLst>
      <p:ext uri="{BB962C8B-B14F-4D97-AF65-F5344CB8AC3E}">
        <p14:creationId xmlns:p14="http://schemas.microsoft.com/office/powerpoint/2010/main" val="3667829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38127D-8175-C47C-0407-FD5FB2BDFCF6}"/>
              </a:ext>
            </a:extLst>
          </p:cNvPr>
          <p:cNvSpPr>
            <a:spLocks noGrp="1"/>
          </p:cNvSpPr>
          <p:nvPr>
            <p:ph type="ctrTitle"/>
          </p:nvPr>
        </p:nvSpPr>
        <p:spPr/>
        <p:txBody>
          <a:bodyPr/>
          <a:lstStyle/>
          <a:p>
            <a:r>
              <a:rPr kumimoji="1" lang="ja-JP" altLang="en-US"/>
              <a:t>論文化に向けた論点</a:t>
            </a:r>
          </a:p>
        </p:txBody>
      </p:sp>
      <p:sp>
        <p:nvSpPr>
          <p:cNvPr id="3" name="字幕 2">
            <a:extLst>
              <a:ext uri="{FF2B5EF4-FFF2-40B4-BE49-F238E27FC236}">
                <a16:creationId xmlns:a16="http://schemas.microsoft.com/office/drawing/2014/main" id="{9687BA00-D87A-6242-F8CD-FC75214B0FB6}"/>
              </a:ext>
            </a:extLst>
          </p:cNvPr>
          <p:cNvSpPr>
            <a:spLocks noGrp="1"/>
          </p:cNvSpPr>
          <p:nvPr>
            <p:ph type="subTitle" idx="1"/>
          </p:nvPr>
        </p:nvSpPr>
        <p:spPr/>
        <p:txBody>
          <a:bodyPr/>
          <a:lstStyle/>
          <a:p>
            <a:endParaRPr kumimoji="1" lang="ja-JP" altLang="en-US"/>
          </a:p>
        </p:txBody>
      </p:sp>
      <p:sp>
        <p:nvSpPr>
          <p:cNvPr id="5" name="テキスト ボックス 4">
            <a:extLst>
              <a:ext uri="{FF2B5EF4-FFF2-40B4-BE49-F238E27FC236}">
                <a16:creationId xmlns:a16="http://schemas.microsoft.com/office/drawing/2014/main" id="{6E850D5A-17CE-1B19-ECE8-786203F91681}"/>
              </a:ext>
            </a:extLst>
          </p:cNvPr>
          <p:cNvSpPr txBox="1"/>
          <p:nvPr/>
        </p:nvSpPr>
        <p:spPr>
          <a:xfrm>
            <a:off x="124384" y="824225"/>
            <a:ext cx="11348929" cy="5047536"/>
          </a:xfrm>
          <a:prstGeom prst="rect">
            <a:avLst/>
          </a:prstGeom>
          <a:solidFill>
            <a:schemeClr val="bg1"/>
          </a:solidFill>
        </p:spPr>
        <p:txBody>
          <a:bodyPr wrap="square">
            <a:spAutoFit/>
          </a:bodyPr>
          <a:lstStyle/>
          <a:p>
            <a:r>
              <a:rPr lang="ja-JP" altLang="en-US" sz="1400" b="1"/>
              <a:t>３．補修工事を対象にする理由</a:t>
            </a:r>
            <a:endParaRPr lang="en-US" altLang="ja-JP" sz="1400" b="1" dirty="0"/>
          </a:p>
          <a:p>
            <a:pPr marL="342900" indent="-342900">
              <a:buAutoNum type="arabicPeriod"/>
            </a:pPr>
            <a:endParaRPr lang="ja-JP" altLang="en-US" sz="1400"/>
          </a:p>
          <a:p>
            <a:r>
              <a:rPr lang="ja-JP" altLang="en-US" sz="1400" b="1">
                <a:effectLst/>
                <a:latin typeface="Menlo" panose="020B0609030804020204" pitchFamily="49" charset="0"/>
              </a:rPr>
              <a:t>検討が必要なこと</a:t>
            </a:r>
            <a:endParaRPr lang="en-US" altLang="ja-JP" sz="1400" b="1"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なぜ橋梁補修工事をバンドリング対象にするのか。</a:t>
            </a:r>
          </a:p>
          <a:p>
            <a:pPr marL="285750" indent="-285750">
              <a:buFont typeface="Wingdings" pitchFamily="2" charset="2"/>
              <a:buChar char="l"/>
            </a:pPr>
            <a:r>
              <a:rPr lang="ja-JP" altLang="en-US" sz="1400" b="0">
                <a:effectLst/>
                <a:latin typeface="Menlo" panose="020B0609030804020204" pitchFamily="49" charset="0"/>
              </a:rPr>
              <a:t>複数橋梁の補修・修繕工事をまとめて発注する実務事例があるか。</a:t>
            </a:r>
            <a:endParaRPr lang="en-US" altLang="ja-JP" sz="1400" b="0" dirty="0">
              <a:effectLst/>
              <a:latin typeface="Menlo" panose="020B0609030804020204" pitchFamily="49" charset="0"/>
            </a:endParaRPr>
          </a:p>
          <a:p>
            <a:pPr marL="285750" indent="-285750">
              <a:buFont typeface="Wingdings" pitchFamily="2" charset="2"/>
              <a:buChar char="l"/>
            </a:pPr>
            <a:endParaRPr lang="en-US" altLang="ja-JP" sz="1400" dirty="0">
              <a:latin typeface="Menlo" panose="020B0609030804020204" pitchFamily="49" charset="0"/>
            </a:endParaRPr>
          </a:p>
          <a:p>
            <a:r>
              <a:rPr lang="ja-JP" altLang="en-US" sz="1400" b="1"/>
              <a:t>参考資料から読み取れること</a:t>
            </a:r>
            <a:endParaRPr lang="en-US" altLang="ja-JP" sz="1400" dirty="0">
              <a:solidFill>
                <a:srgbClr val="000000"/>
              </a:solidFill>
              <a:effectLst/>
              <a:latin typeface="Helvetica" pitchFamily="2" charset="0"/>
            </a:endParaRPr>
          </a:p>
          <a:p>
            <a:pPr marL="285750" indent="-285750">
              <a:buFont typeface="Wingdings" pitchFamily="2" charset="2"/>
              <a:buChar char="l"/>
            </a:pPr>
            <a:r>
              <a:rPr lang="ja-JP" altLang="en-US" sz="1400">
                <a:solidFill>
                  <a:srgbClr val="000000"/>
                </a:solidFill>
                <a:effectLst/>
                <a:latin typeface="Helvetica" pitchFamily="2" charset="0"/>
              </a:rPr>
              <a:t>日常点検・巡回は包括委託の実績も進展し、定期点検、橋梁補修設計の包括事例も存在するが、補修工事の広域連携事例はなかなかない。</a:t>
            </a:r>
            <a:endParaRPr lang="en-US" altLang="ja-JP" sz="1400" dirty="0">
              <a:solidFill>
                <a:srgbClr val="000000"/>
              </a:solidFill>
              <a:effectLst/>
              <a:latin typeface="Helvetica" pitchFamily="2" charset="0"/>
            </a:endParaRPr>
          </a:p>
          <a:p>
            <a:endParaRPr lang="en-US" altLang="ja-JP" sz="1400" dirty="0">
              <a:solidFill>
                <a:srgbClr val="000000"/>
              </a:solidFill>
              <a:latin typeface="Helvetica" pitchFamily="2" charset="0"/>
            </a:endParaRPr>
          </a:p>
          <a:p>
            <a:r>
              <a:rPr lang="ja-JP" altLang="en-US" sz="1400" b="1">
                <a:effectLst/>
                <a:latin typeface="Menlo" panose="020B0609030804020204" pitchFamily="49" charset="0"/>
              </a:rPr>
              <a:t>現時点で言えること</a:t>
            </a:r>
            <a:endParaRPr lang="en-US" altLang="ja-JP" sz="1400" dirty="0">
              <a:solidFill>
                <a:srgbClr val="000000"/>
              </a:solidFill>
              <a:effectLst/>
              <a:latin typeface="Helvetica" pitchFamily="2" charset="0"/>
            </a:endParaRPr>
          </a:p>
          <a:p>
            <a:pPr marL="285750" indent="-285750">
              <a:buFont typeface="Wingdings" pitchFamily="2" charset="2"/>
              <a:buChar char="l"/>
            </a:pPr>
            <a:r>
              <a:rPr lang="ja-JP" altLang="en-US" sz="1400">
                <a:effectLst/>
                <a:latin typeface="Helvetica" pitchFamily="2" charset="0"/>
              </a:rPr>
              <a:t>本研究は、将来発生する補修需要を地域内でどの程度契約単位として集約できるかを評価する。</a:t>
            </a:r>
            <a:endParaRPr lang="en-US" altLang="ja-JP" sz="1400" dirty="0">
              <a:effectLst/>
              <a:latin typeface="Helvetica" pitchFamily="2" charset="0"/>
            </a:endParaRPr>
          </a:p>
          <a:p>
            <a:pPr marL="285750" indent="-285750">
              <a:buFont typeface="Wingdings" pitchFamily="2" charset="2"/>
              <a:buChar char="l"/>
            </a:pPr>
            <a:r>
              <a:rPr lang="ja-JP" altLang="en-US" sz="1400">
                <a:effectLst/>
                <a:latin typeface="Helvetica" pitchFamily="2" charset="0"/>
              </a:rPr>
              <a:t>日常点検・巡回は分野横断的文脈が大きく、本研究の行政界をまたぐ広域連携効果計測の目的とは逸れる</a:t>
            </a:r>
            <a:endParaRPr lang="en-US" altLang="ja-JP" sz="1400" dirty="0">
              <a:effectLst/>
              <a:latin typeface="Helvetica" pitchFamily="2" charset="0"/>
            </a:endParaRPr>
          </a:p>
          <a:p>
            <a:pPr marL="285750" indent="-285750">
              <a:buFont typeface="Wingdings" pitchFamily="2" charset="2"/>
              <a:buChar char="l"/>
            </a:pPr>
            <a:r>
              <a:rPr lang="ja-JP" altLang="en-US" sz="1400" b="0">
                <a:effectLst/>
                <a:latin typeface="Menlo" panose="020B0609030804020204" pitchFamily="49" charset="0"/>
              </a:rPr>
              <a:t>定期点検は制度的・周期的に実施される業務であり、すでに一定程度集約発注されることもあり、本研究の主対象とはしない。</a:t>
            </a:r>
            <a:endParaRPr lang="en-US" altLang="ja-JP" sz="1400" b="0" dirty="0">
              <a:effectLst/>
              <a:latin typeface="Menlo" panose="020B0609030804020204" pitchFamily="49" charset="0"/>
            </a:endParaRPr>
          </a:p>
          <a:p>
            <a:pPr marL="285750" indent="-285750">
              <a:buFont typeface="Wingdings" pitchFamily="2" charset="2"/>
              <a:buChar char="l"/>
            </a:pPr>
            <a:r>
              <a:rPr lang="ja-JP" altLang="en-US" sz="1400" b="0">
                <a:effectLst/>
                <a:latin typeface="Menlo" panose="020B0609030804020204" pitchFamily="49" charset="0"/>
              </a:rPr>
              <a:t>詳細点検は補修工事に近い効果があり得るが、費用規模や発注性質が補修工事とは異なる可能性があるため、現時点では主対象にしない。</a:t>
            </a:r>
          </a:p>
          <a:p>
            <a:pPr marL="285750" indent="-285750">
              <a:buFont typeface="Wingdings" pitchFamily="2" charset="2"/>
              <a:buChar char="l"/>
            </a:pPr>
            <a:r>
              <a:rPr lang="ja-JP" altLang="en-US" sz="1400" b="0">
                <a:effectLst/>
                <a:latin typeface="Menlo" panose="020B0609030804020204" pitchFamily="49" charset="0"/>
              </a:rPr>
              <a:t>撤去は、規模、意思決定、合意形成、ネットワーク代替性など個別事業性が強く、本研究の目的とそれる。。</a:t>
            </a:r>
          </a:p>
          <a:p>
            <a:pPr marL="285750" indent="-285750">
              <a:buFont typeface="Wingdings" pitchFamily="2" charset="2"/>
              <a:buChar char="l"/>
            </a:pPr>
            <a:r>
              <a:rPr lang="ja-JP" altLang="en-US" sz="1400" b="0">
                <a:effectLst/>
                <a:latin typeface="Menlo" panose="020B0609030804020204" pitchFamily="49" charset="0"/>
              </a:rPr>
              <a:t>補強は、劣化に伴う発生需要というより、耐震性・荷重条件・政策判断・設計判断に基づく場合が多く、本研究の対象から外す。</a:t>
            </a:r>
          </a:p>
          <a:p>
            <a:pPr marL="285750" indent="-285750">
              <a:buFont typeface="Wingdings" pitchFamily="2" charset="2"/>
              <a:buChar char="l"/>
            </a:pPr>
            <a:r>
              <a:rPr lang="ja-JP" altLang="en-US" sz="1400" b="0">
                <a:effectLst/>
                <a:latin typeface="Menlo" panose="020B0609030804020204" pitchFamily="49" charset="0"/>
              </a:rPr>
              <a:t>更新は、補修工法の一つとして扱う。</a:t>
            </a:r>
          </a:p>
          <a:p>
            <a:endParaRPr lang="en-US" altLang="ja-JP" sz="1400" dirty="0">
              <a:solidFill>
                <a:srgbClr val="000000"/>
              </a:solidFill>
              <a:effectLst/>
              <a:latin typeface="Helvetica" pitchFamily="2" charset="0"/>
            </a:endParaRPr>
          </a:p>
          <a:p>
            <a:r>
              <a:rPr lang="ja-JP" altLang="en-US" sz="1400" b="1"/>
              <a:t>まだ検討できていない事項</a:t>
            </a:r>
            <a:endParaRPr lang="en-US" altLang="ja-JP" sz="1400" b="1" dirty="0"/>
          </a:p>
          <a:p>
            <a:pPr marL="285750" indent="-285750">
              <a:buFont typeface="Wingdings" pitchFamily="2" charset="2"/>
              <a:buChar char="l"/>
            </a:pPr>
            <a:r>
              <a:rPr lang="ja-JP" altLang="en-US" sz="1400" b="1"/>
              <a:t>日本国内で、橋梁補修工事そのものを複数橋で一括発注し、効果を定量評価した資料。</a:t>
            </a:r>
          </a:p>
          <a:p>
            <a:pPr marL="285750" indent="-285750">
              <a:buFont typeface="Wingdings" pitchFamily="2" charset="2"/>
              <a:buChar char="l"/>
            </a:pPr>
            <a:endParaRPr lang="ja-JP" altLang="en-US" sz="1400" b="1"/>
          </a:p>
          <a:p>
            <a:endParaRPr lang="en-US" altLang="ja-JP" sz="1400" b="1" dirty="0"/>
          </a:p>
          <a:p>
            <a:endParaRPr lang="en-US" altLang="ja-JP" sz="1400" dirty="0">
              <a:solidFill>
                <a:srgbClr val="000000"/>
              </a:solidFill>
              <a:effectLst/>
              <a:latin typeface="Helvetica" pitchFamily="2" charset="0"/>
            </a:endParaRPr>
          </a:p>
        </p:txBody>
      </p:sp>
    </p:spTree>
    <p:extLst>
      <p:ext uri="{BB962C8B-B14F-4D97-AF65-F5344CB8AC3E}">
        <p14:creationId xmlns:p14="http://schemas.microsoft.com/office/powerpoint/2010/main" val="3968321625"/>
      </p:ext>
    </p:extLst>
  </p:cSld>
  <p:clrMapOvr>
    <a:masterClrMapping/>
  </p:clrMapOvr>
</p:sld>
</file>

<file path=ppt/theme/theme1.xml><?xml version="1.0" encoding="utf-8"?>
<a:theme xmlns:a="http://schemas.openxmlformats.org/drawingml/2006/main" name="表紙［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0DC73596-6615-DE44-A888-12481D41B129}"/>
    </a:ext>
  </a:extLst>
</a:theme>
</file>

<file path=ppt/theme/theme2.xml><?xml version="1.0" encoding="utf-8"?>
<a:theme xmlns:a="http://schemas.openxmlformats.org/drawingml/2006/main" name="スタイル(1)［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5E5F0A26-1623-B441-8365-F2E0F35361C3}"/>
    </a:ext>
  </a:extLst>
</a:theme>
</file>

<file path=ppt/theme/theme3.xml><?xml version="1.0" encoding="utf-8"?>
<a:theme xmlns:a="http://schemas.openxmlformats.org/drawingml/2006/main" name="スタイル(1)［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CA07BA17-86D8-B547-86B5-775717ED92C6}"/>
    </a:ext>
  </a:extLst>
</a:theme>
</file>

<file path=ppt/theme/theme4.xml><?xml version="1.0" encoding="utf-8"?>
<a:theme xmlns:a="http://schemas.openxmlformats.org/drawingml/2006/main" name="スタイル(2)［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BB40181F-1B0D-9444-BD42-E108B38DD44E}"/>
    </a:ext>
  </a:extLst>
</a:theme>
</file>

<file path=ppt/theme/theme5.xml><?xml version="1.0" encoding="utf-8"?>
<a:theme xmlns:a="http://schemas.openxmlformats.org/drawingml/2006/main" name="スタイル(2)［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C1A74663-4255-0142-9C97-0C0707DA2438}"/>
    </a:ext>
  </a:extLst>
</a:theme>
</file>

<file path=ppt/theme/theme6.xml><?xml version="1.0" encoding="utf-8"?>
<a:theme xmlns:a="http://schemas.openxmlformats.org/drawingml/2006/main" name="スタイル(3)［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29A41153-5687-1D46-8842-7A8D1BCC4168}"/>
    </a:ext>
  </a:extLst>
</a:theme>
</file>

<file path=ppt/theme/theme7.xml><?xml version="1.0" encoding="utf-8"?>
<a:theme xmlns:a="http://schemas.openxmlformats.org/drawingml/2006/main" name="スタイル(3)［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33C07122-E3F7-D043-A52E-E9AEB5605391}"/>
    </a:ext>
  </a:extLst>
</a:theme>
</file>

<file path=ppt/theme/theme8.xml><?xml version="1.0" encoding="utf-8"?>
<a:theme xmlns:a="http://schemas.openxmlformats.org/drawingml/2006/main" name="スタイル(4)［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C3D93974-36FB-1448-B2AB-EDA2A3D53C6E}"/>
    </a:ext>
  </a:extLst>
</a:theme>
</file>

<file path=ppt/theme/theme9.xml><?xml version="1.0" encoding="utf-8"?>
<a:theme xmlns:a="http://schemas.openxmlformats.org/drawingml/2006/main" name="スタイル(4)［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EF983E97-D37D-F240-BDB3-EF756C4364F5}"/>
    </a:ext>
  </a:extLst>
</a:theme>
</file>

<file path=ppt/theme/theme10.xml><?xml version="1.0" encoding="utf-8"?>
<a:theme xmlns:a="http://schemas.openxmlformats.org/drawingml/2006/main" name="スタイル(5)［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3D6084C7-2468-B14A-9C62-10E50E67ECF5}"/>
    </a:ext>
  </a:extLst>
</a:theme>
</file>

<file path=ppt/theme/theme11.xml><?xml version="1.0" encoding="utf-8"?>
<a:theme xmlns:a="http://schemas.openxmlformats.org/drawingml/2006/main" name="スタイル(5)［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7CC4F81C-FEE7-4D47-946C-2EC8D76DC888}"/>
    </a:ext>
  </a:extLst>
</a:theme>
</file>

<file path=ppt/theme/theme12.xml><?xml version="1.0" encoding="utf-8"?>
<a:theme xmlns:a="http://schemas.openxmlformats.org/drawingml/2006/main" name="スタイル(6)［濃］">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FEF7CC30-4819-214B-8AD2-B8386FA99005}"/>
    </a:ext>
  </a:extLst>
</a:theme>
</file>

<file path=ppt/theme/theme13.xml><?xml version="1.0" encoding="utf-8"?>
<a:theme xmlns:a="http://schemas.openxmlformats.org/drawingml/2006/main" name="スタイル(6)［薄］">
  <a:themeElements>
    <a:clrScheme name="紫（正規色）">
      <a:dk1>
        <a:srgbClr val="2B2B2B"/>
      </a:dk1>
      <a:lt1>
        <a:srgbClr val="FFFFFF"/>
      </a:lt1>
      <a:dk2>
        <a:srgbClr val="3E1485"/>
      </a:dk2>
      <a:lt2>
        <a:srgbClr val="C5B9DB"/>
      </a:lt2>
      <a:accent1>
        <a:srgbClr val="603C9B"/>
      </a:accent1>
      <a:accent2>
        <a:srgbClr val="8267B0"/>
      </a:accent2>
      <a:accent3>
        <a:srgbClr val="A390C6"/>
      </a:accent3>
      <a:accent4>
        <a:srgbClr val="B30849"/>
      </a:accent4>
      <a:accent5>
        <a:srgbClr val="1F7F5E"/>
      </a:accent5>
      <a:accent6>
        <a:srgbClr val="283FA3"/>
      </a:accent6>
      <a:hlink>
        <a:srgbClr val="283FA3"/>
      </a:hlink>
      <a:folHlink>
        <a:srgbClr val="5F2C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000185_広域連携による橋梁群の維持管理最適化に向けた地域分割と集約効果の定量分析" id="{082DDA6F-E2BB-104C-956E-74EB104C1895}" vid="{FE72543E-937A-664F-8FD2-1627A943ED10}"/>
    </a:ext>
  </a:extLst>
</a:theme>
</file>

<file path=ppt/theme/theme1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39988</TotalTime>
  <Words>1584</Words>
  <Application>Microsoft Macintosh PowerPoint</Application>
  <PresentationFormat>ワイド画面</PresentationFormat>
  <Paragraphs>125</Paragraphs>
  <Slides>5</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13</vt:i4>
      </vt:variant>
      <vt:variant>
        <vt:lpstr>スライド タイトル</vt:lpstr>
      </vt:variant>
      <vt:variant>
        <vt:i4>5</vt:i4>
      </vt:variant>
    </vt:vector>
  </HeadingPairs>
  <TitlesOfParts>
    <vt:vector size="25" baseType="lpstr">
      <vt:lpstr>-apple-system</vt:lpstr>
      <vt:lpstr>游ゴシック</vt:lpstr>
      <vt:lpstr>Arial</vt:lpstr>
      <vt:lpstr>Helvetica</vt:lpstr>
      <vt:lpstr>Menlo</vt:lpstr>
      <vt:lpstr>Times New Roman</vt:lpstr>
      <vt:lpstr>Wingdings</vt:lpstr>
      <vt:lpstr>表紙［薄］</vt:lpstr>
      <vt:lpstr>スタイル(1)［濃］</vt:lpstr>
      <vt:lpstr>スタイル(1)［薄］</vt:lpstr>
      <vt:lpstr>スタイル(2)［濃］</vt:lpstr>
      <vt:lpstr>スタイル(2)［薄］</vt:lpstr>
      <vt:lpstr>スタイル(3)［濃］</vt:lpstr>
      <vt:lpstr>スタイル(3)［薄］</vt:lpstr>
      <vt:lpstr>スタイル(4)［濃］</vt:lpstr>
      <vt:lpstr>スタイル(4)［薄］</vt:lpstr>
      <vt:lpstr>スタイル(5)［濃］</vt:lpstr>
      <vt:lpstr>スタイル(5)［薄］</vt:lpstr>
      <vt:lpstr>スタイル(6)［濃］</vt:lpstr>
      <vt:lpstr>スタイル(6)［薄］</vt:lpstr>
      <vt:lpstr>論文化に向けた論点</vt:lpstr>
      <vt:lpstr>論文化に向けた論点</vt:lpstr>
      <vt:lpstr>論文化に向けた論点</vt:lpstr>
      <vt:lpstr>論文化に向けた論点</vt:lpstr>
      <vt:lpstr>論文化に向けた論点</vt:lpstr>
    </vt:vector>
  </TitlesOfParts>
  <Manager/>
  <Company>国立大学法人東北大学</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東北大学パワーポイントテンプレート</dc:title>
  <dc:subject/>
  <dc:creator/>
  <cp:keywords/>
  <dc:description/>
  <cp:lastModifiedBy>峻一 福山</cp:lastModifiedBy>
  <cp:revision>49</cp:revision>
  <cp:lastPrinted>2025-12-22T22:34:11Z</cp:lastPrinted>
  <dcterms:created xsi:type="dcterms:W3CDTF">2021-10-18T02:14:23Z</dcterms:created>
  <dcterms:modified xsi:type="dcterms:W3CDTF">2026-05-31T12:11:38Z</dcterms:modified>
  <cp:category/>
</cp:coreProperties>
</file>